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CC107E-8BF9-4677-B0DB-27F3814B14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A820D367-068C-4C33-A346-FA8415AFC640}">
      <dgm:prSet phldrT="[Text]"/>
      <dgm:spPr/>
      <dgm:t>
        <a:bodyPr/>
        <a:lstStyle/>
        <a:p>
          <a:r>
            <a:rPr lang="en-IN"/>
            <a:t>Trending</a:t>
          </a:r>
        </a:p>
      </dgm:t>
    </dgm:pt>
    <dgm:pt modelId="{1F7F88A3-2211-4E45-8009-B6B3B5C70F61}" type="parTrans" cxnId="{88CE8FD0-5F52-4783-A5C9-56EC0CE24CE6}">
      <dgm:prSet/>
      <dgm:spPr/>
      <dgm:t>
        <a:bodyPr/>
        <a:lstStyle/>
        <a:p>
          <a:endParaRPr lang="en-IN"/>
        </a:p>
      </dgm:t>
    </dgm:pt>
    <dgm:pt modelId="{A2BD3BC6-5C48-451A-B6D9-03793C16F324}" type="sibTrans" cxnId="{88CE8FD0-5F52-4783-A5C9-56EC0CE24CE6}">
      <dgm:prSet/>
      <dgm:spPr/>
      <dgm:t>
        <a:bodyPr/>
        <a:lstStyle/>
        <a:p>
          <a:endParaRPr lang="en-IN"/>
        </a:p>
      </dgm:t>
    </dgm:pt>
    <dgm:pt modelId="{FA9E895D-DCD0-4D58-8C46-BC757CAEAF36}">
      <dgm:prSet phldrT="[Text]"/>
      <dgm:spPr/>
      <dgm:t>
        <a:bodyPr/>
        <a:lstStyle/>
        <a:p>
          <a:r>
            <a:rPr lang="en-IN"/>
            <a:t>Hollywood</a:t>
          </a:r>
        </a:p>
      </dgm:t>
    </dgm:pt>
    <dgm:pt modelId="{79FF3BFA-8958-4FFE-A339-868EFDBDCA71}" type="parTrans" cxnId="{8DB061C1-D4EC-491A-9F86-B0C8101ED06E}">
      <dgm:prSet/>
      <dgm:spPr/>
      <dgm:t>
        <a:bodyPr/>
        <a:lstStyle/>
        <a:p>
          <a:endParaRPr lang="en-IN"/>
        </a:p>
      </dgm:t>
    </dgm:pt>
    <dgm:pt modelId="{601BA131-0228-4ADF-8D2A-E5A25A3C8F91}" type="sibTrans" cxnId="{8DB061C1-D4EC-491A-9F86-B0C8101ED06E}">
      <dgm:prSet/>
      <dgm:spPr/>
      <dgm:t>
        <a:bodyPr/>
        <a:lstStyle/>
        <a:p>
          <a:endParaRPr lang="en-IN"/>
        </a:p>
      </dgm:t>
    </dgm:pt>
    <dgm:pt modelId="{7409DA09-40BB-49FA-910E-2369645760E0}">
      <dgm:prSet phldrT="[Text]"/>
      <dgm:spPr/>
      <dgm:t>
        <a:bodyPr/>
        <a:lstStyle/>
        <a:p>
          <a:r>
            <a:rPr lang="en-IN"/>
            <a:t>Tollywood</a:t>
          </a:r>
        </a:p>
      </dgm:t>
    </dgm:pt>
    <dgm:pt modelId="{27939E4B-8FCB-4C5C-94E8-B76D1E5BE4ED}" type="parTrans" cxnId="{7F40B121-B0F2-4696-8881-F93677829584}">
      <dgm:prSet/>
      <dgm:spPr/>
      <dgm:t>
        <a:bodyPr/>
        <a:lstStyle/>
        <a:p>
          <a:endParaRPr lang="en-IN"/>
        </a:p>
      </dgm:t>
    </dgm:pt>
    <dgm:pt modelId="{F3E1224D-65AF-492D-9760-47A7C5BEFDB5}" type="sibTrans" cxnId="{7F40B121-B0F2-4696-8881-F93677829584}">
      <dgm:prSet/>
      <dgm:spPr/>
      <dgm:t>
        <a:bodyPr/>
        <a:lstStyle/>
        <a:p>
          <a:endParaRPr lang="en-IN"/>
        </a:p>
      </dgm:t>
    </dgm:pt>
    <dgm:pt modelId="{4E9290BC-9D56-418A-B94A-B165622853DE}">
      <dgm:prSet phldrT="[Text]"/>
      <dgm:spPr/>
      <dgm:t>
        <a:bodyPr/>
        <a:lstStyle/>
        <a:p>
          <a:r>
            <a:rPr lang="en-IN"/>
            <a:t>Bollywood</a:t>
          </a:r>
        </a:p>
      </dgm:t>
    </dgm:pt>
    <dgm:pt modelId="{C54C6D69-03A0-4FBC-859A-7530F7ACE8F3}" type="parTrans" cxnId="{E425935A-CB9D-4EF9-B9E0-BC99FD177243}">
      <dgm:prSet/>
      <dgm:spPr/>
      <dgm:t>
        <a:bodyPr/>
        <a:lstStyle/>
        <a:p>
          <a:endParaRPr lang="en-IN"/>
        </a:p>
      </dgm:t>
    </dgm:pt>
    <dgm:pt modelId="{F0C242E1-E0D2-4615-9E90-F7749BCFF173}" type="sibTrans" cxnId="{E425935A-CB9D-4EF9-B9E0-BC99FD177243}">
      <dgm:prSet/>
      <dgm:spPr/>
      <dgm:t>
        <a:bodyPr/>
        <a:lstStyle/>
        <a:p>
          <a:endParaRPr lang="en-IN"/>
        </a:p>
      </dgm:t>
    </dgm:pt>
    <dgm:pt modelId="{751F5550-52CA-4F6D-930B-7085B8363C7F}" type="pres">
      <dgm:prSet presAssocID="{B3CC107E-8BF9-4677-B0DB-27F3814B149E}" presName="hierChild1" presStyleCnt="0">
        <dgm:presLayoutVars>
          <dgm:orgChart val="1"/>
          <dgm:chPref val="1"/>
          <dgm:dir/>
          <dgm:animOne val="branch"/>
          <dgm:animLvl val="lvl"/>
          <dgm:resizeHandles/>
        </dgm:presLayoutVars>
      </dgm:prSet>
      <dgm:spPr/>
    </dgm:pt>
    <dgm:pt modelId="{5A7BA60A-4E0F-4B5F-8D16-503F1E38238B}" type="pres">
      <dgm:prSet presAssocID="{A820D367-068C-4C33-A346-FA8415AFC640}" presName="hierRoot1" presStyleCnt="0">
        <dgm:presLayoutVars>
          <dgm:hierBranch val="init"/>
        </dgm:presLayoutVars>
      </dgm:prSet>
      <dgm:spPr/>
    </dgm:pt>
    <dgm:pt modelId="{625D1273-EF6A-4A9D-8CF7-61E48696A61F}" type="pres">
      <dgm:prSet presAssocID="{A820D367-068C-4C33-A346-FA8415AFC640}" presName="rootComposite1" presStyleCnt="0"/>
      <dgm:spPr/>
    </dgm:pt>
    <dgm:pt modelId="{87EF7CB1-7CE8-4AA3-94AD-60E4653A4608}" type="pres">
      <dgm:prSet presAssocID="{A820D367-068C-4C33-A346-FA8415AFC640}" presName="rootText1" presStyleLbl="node0" presStyleIdx="0" presStyleCnt="1" custScaleX="182779" custLinFactNeighborX="0" custLinFactNeighborY="-82794">
        <dgm:presLayoutVars>
          <dgm:chPref val="3"/>
        </dgm:presLayoutVars>
      </dgm:prSet>
      <dgm:spPr/>
    </dgm:pt>
    <dgm:pt modelId="{DE00BB55-3B73-4B63-A331-27DEA4FA1210}" type="pres">
      <dgm:prSet presAssocID="{A820D367-068C-4C33-A346-FA8415AFC640}" presName="rootConnector1" presStyleLbl="node1" presStyleIdx="0" presStyleCnt="0"/>
      <dgm:spPr/>
    </dgm:pt>
    <dgm:pt modelId="{B5914D7D-1C9A-4D84-A438-FAAC9009C749}" type="pres">
      <dgm:prSet presAssocID="{A820D367-068C-4C33-A346-FA8415AFC640}" presName="hierChild2" presStyleCnt="0"/>
      <dgm:spPr/>
    </dgm:pt>
    <dgm:pt modelId="{10886C1C-5B64-4EB1-9BA4-EF9C2F10D767}" type="pres">
      <dgm:prSet presAssocID="{79FF3BFA-8958-4FFE-A339-868EFDBDCA71}" presName="Name37" presStyleLbl="parChTrans1D2" presStyleIdx="0" presStyleCnt="3"/>
      <dgm:spPr/>
    </dgm:pt>
    <dgm:pt modelId="{CA3A67F8-6EA2-4C6B-B5D0-F361EF3E752E}" type="pres">
      <dgm:prSet presAssocID="{FA9E895D-DCD0-4D58-8C46-BC757CAEAF36}" presName="hierRoot2" presStyleCnt="0">
        <dgm:presLayoutVars>
          <dgm:hierBranch val="init"/>
        </dgm:presLayoutVars>
      </dgm:prSet>
      <dgm:spPr/>
    </dgm:pt>
    <dgm:pt modelId="{E4975CDC-D6BD-4CB0-877E-4FFCBC06A436}" type="pres">
      <dgm:prSet presAssocID="{FA9E895D-DCD0-4D58-8C46-BC757CAEAF36}" presName="rootComposite" presStyleCnt="0"/>
      <dgm:spPr/>
    </dgm:pt>
    <dgm:pt modelId="{68D65F8E-A599-4A38-9B95-EB7AED4F1348}" type="pres">
      <dgm:prSet presAssocID="{FA9E895D-DCD0-4D58-8C46-BC757CAEAF36}" presName="rootText" presStyleLbl="node2" presStyleIdx="0" presStyleCnt="3">
        <dgm:presLayoutVars>
          <dgm:chPref val="3"/>
        </dgm:presLayoutVars>
      </dgm:prSet>
      <dgm:spPr/>
    </dgm:pt>
    <dgm:pt modelId="{77371F96-79EA-47DD-B4DE-A6931F6ED529}" type="pres">
      <dgm:prSet presAssocID="{FA9E895D-DCD0-4D58-8C46-BC757CAEAF36}" presName="rootConnector" presStyleLbl="node2" presStyleIdx="0" presStyleCnt="3"/>
      <dgm:spPr/>
    </dgm:pt>
    <dgm:pt modelId="{EE43DEAA-AF0D-46D3-94FF-23BF311E947C}" type="pres">
      <dgm:prSet presAssocID="{FA9E895D-DCD0-4D58-8C46-BC757CAEAF36}" presName="hierChild4" presStyleCnt="0"/>
      <dgm:spPr/>
    </dgm:pt>
    <dgm:pt modelId="{49543C4B-90B7-4EA1-8950-E6C44FC4E351}" type="pres">
      <dgm:prSet presAssocID="{FA9E895D-DCD0-4D58-8C46-BC757CAEAF36}" presName="hierChild5" presStyleCnt="0"/>
      <dgm:spPr/>
    </dgm:pt>
    <dgm:pt modelId="{A95CBDF4-C290-4F6A-8159-1406E2A38CEF}" type="pres">
      <dgm:prSet presAssocID="{27939E4B-8FCB-4C5C-94E8-B76D1E5BE4ED}" presName="Name37" presStyleLbl="parChTrans1D2" presStyleIdx="1" presStyleCnt="3"/>
      <dgm:spPr/>
    </dgm:pt>
    <dgm:pt modelId="{4D0A6CC1-A9E7-416F-80B6-9E2BEB5441FF}" type="pres">
      <dgm:prSet presAssocID="{7409DA09-40BB-49FA-910E-2369645760E0}" presName="hierRoot2" presStyleCnt="0">
        <dgm:presLayoutVars>
          <dgm:hierBranch val="init"/>
        </dgm:presLayoutVars>
      </dgm:prSet>
      <dgm:spPr/>
    </dgm:pt>
    <dgm:pt modelId="{CD275416-579F-45AA-A641-B0B3C27CAC6C}" type="pres">
      <dgm:prSet presAssocID="{7409DA09-40BB-49FA-910E-2369645760E0}" presName="rootComposite" presStyleCnt="0"/>
      <dgm:spPr/>
    </dgm:pt>
    <dgm:pt modelId="{C861615D-FEA6-40DF-8384-6F6537E29AA7}" type="pres">
      <dgm:prSet presAssocID="{7409DA09-40BB-49FA-910E-2369645760E0}" presName="rootText" presStyleLbl="node2" presStyleIdx="1" presStyleCnt="3">
        <dgm:presLayoutVars>
          <dgm:chPref val="3"/>
        </dgm:presLayoutVars>
      </dgm:prSet>
      <dgm:spPr/>
    </dgm:pt>
    <dgm:pt modelId="{1386287D-9B75-497D-8BFF-3AE7D48100E3}" type="pres">
      <dgm:prSet presAssocID="{7409DA09-40BB-49FA-910E-2369645760E0}" presName="rootConnector" presStyleLbl="node2" presStyleIdx="1" presStyleCnt="3"/>
      <dgm:spPr/>
    </dgm:pt>
    <dgm:pt modelId="{2F053899-503E-4034-ABD7-B71569B8CE72}" type="pres">
      <dgm:prSet presAssocID="{7409DA09-40BB-49FA-910E-2369645760E0}" presName="hierChild4" presStyleCnt="0"/>
      <dgm:spPr/>
    </dgm:pt>
    <dgm:pt modelId="{47F03801-3960-4F64-9977-9D1F7B6B60F8}" type="pres">
      <dgm:prSet presAssocID="{7409DA09-40BB-49FA-910E-2369645760E0}" presName="hierChild5" presStyleCnt="0"/>
      <dgm:spPr/>
    </dgm:pt>
    <dgm:pt modelId="{933F2BF5-AF71-4B9E-BEAC-1F5D6F7FC7C9}" type="pres">
      <dgm:prSet presAssocID="{C54C6D69-03A0-4FBC-859A-7530F7ACE8F3}" presName="Name37" presStyleLbl="parChTrans1D2" presStyleIdx="2" presStyleCnt="3"/>
      <dgm:spPr/>
    </dgm:pt>
    <dgm:pt modelId="{C492885A-0868-4759-A57B-6EAC9122655C}" type="pres">
      <dgm:prSet presAssocID="{4E9290BC-9D56-418A-B94A-B165622853DE}" presName="hierRoot2" presStyleCnt="0">
        <dgm:presLayoutVars>
          <dgm:hierBranch val="init"/>
        </dgm:presLayoutVars>
      </dgm:prSet>
      <dgm:spPr/>
    </dgm:pt>
    <dgm:pt modelId="{E7801628-47F1-45A2-ABEE-471F506B1492}" type="pres">
      <dgm:prSet presAssocID="{4E9290BC-9D56-418A-B94A-B165622853DE}" presName="rootComposite" presStyleCnt="0"/>
      <dgm:spPr/>
    </dgm:pt>
    <dgm:pt modelId="{C6B633E4-790D-490F-A55C-AD1EAE805688}" type="pres">
      <dgm:prSet presAssocID="{4E9290BC-9D56-418A-B94A-B165622853DE}" presName="rootText" presStyleLbl="node2" presStyleIdx="2" presStyleCnt="3">
        <dgm:presLayoutVars>
          <dgm:chPref val="3"/>
        </dgm:presLayoutVars>
      </dgm:prSet>
      <dgm:spPr/>
    </dgm:pt>
    <dgm:pt modelId="{FCE9D686-72F9-44BD-A9DA-8BF2DCB5DA17}" type="pres">
      <dgm:prSet presAssocID="{4E9290BC-9D56-418A-B94A-B165622853DE}" presName="rootConnector" presStyleLbl="node2" presStyleIdx="2" presStyleCnt="3"/>
      <dgm:spPr/>
    </dgm:pt>
    <dgm:pt modelId="{26BE70DF-CC56-4834-A20E-7245C5F36D2A}" type="pres">
      <dgm:prSet presAssocID="{4E9290BC-9D56-418A-B94A-B165622853DE}" presName="hierChild4" presStyleCnt="0"/>
      <dgm:spPr/>
    </dgm:pt>
    <dgm:pt modelId="{316B5B0F-B52A-4B23-87D9-95A8BD14BAE1}" type="pres">
      <dgm:prSet presAssocID="{4E9290BC-9D56-418A-B94A-B165622853DE}" presName="hierChild5" presStyleCnt="0"/>
      <dgm:spPr/>
    </dgm:pt>
    <dgm:pt modelId="{4A92A57F-4A20-4257-9BBD-5AD31028184D}" type="pres">
      <dgm:prSet presAssocID="{A820D367-068C-4C33-A346-FA8415AFC640}" presName="hierChild3" presStyleCnt="0"/>
      <dgm:spPr/>
    </dgm:pt>
  </dgm:ptLst>
  <dgm:cxnLst>
    <dgm:cxn modelId="{370A7408-FED3-40F0-9A41-65079FDD4EF4}" type="presOf" srcId="{A820D367-068C-4C33-A346-FA8415AFC640}" destId="{DE00BB55-3B73-4B63-A331-27DEA4FA1210}" srcOrd="1" destOrd="0" presId="urn:microsoft.com/office/officeart/2005/8/layout/orgChart1"/>
    <dgm:cxn modelId="{45D0791D-E56F-47DB-9949-C049857AA0AC}" type="presOf" srcId="{4E9290BC-9D56-418A-B94A-B165622853DE}" destId="{C6B633E4-790D-490F-A55C-AD1EAE805688}" srcOrd="0" destOrd="0" presId="urn:microsoft.com/office/officeart/2005/8/layout/orgChart1"/>
    <dgm:cxn modelId="{7F40B121-B0F2-4696-8881-F93677829584}" srcId="{A820D367-068C-4C33-A346-FA8415AFC640}" destId="{7409DA09-40BB-49FA-910E-2369645760E0}" srcOrd="1" destOrd="0" parTransId="{27939E4B-8FCB-4C5C-94E8-B76D1E5BE4ED}" sibTransId="{F3E1224D-65AF-492D-9760-47A7C5BEFDB5}"/>
    <dgm:cxn modelId="{B4A09F2D-A95F-4DCF-875F-73D9B77C634E}" type="presOf" srcId="{7409DA09-40BB-49FA-910E-2369645760E0}" destId="{1386287D-9B75-497D-8BFF-3AE7D48100E3}" srcOrd="1" destOrd="0" presId="urn:microsoft.com/office/officeart/2005/8/layout/orgChart1"/>
    <dgm:cxn modelId="{A07CBE38-BEDC-4D1D-B8AD-C544A8FD29D2}" type="presOf" srcId="{27939E4B-8FCB-4C5C-94E8-B76D1E5BE4ED}" destId="{A95CBDF4-C290-4F6A-8159-1406E2A38CEF}" srcOrd="0" destOrd="0" presId="urn:microsoft.com/office/officeart/2005/8/layout/orgChart1"/>
    <dgm:cxn modelId="{35C72165-0CFC-4AE3-BB1E-8FA3230E5057}" type="presOf" srcId="{FA9E895D-DCD0-4D58-8C46-BC757CAEAF36}" destId="{68D65F8E-A599-4A38-9B95-EB7AED4F1348}" srcOrd="0" destOrd="0" presId="urn:microsoft.com/office/officeart/2005/8/layout/orgChart1"/>
    <dgm:cxn modelId="{88086A6A-A40E-473B-9FB2-F9A54108B9DC}" type="presOf" srcId="{4E9290BC-9D56-418A-B94A-B165622853DE}" destId="{FCE9D686-72F9-44BD-A9DA-8BF2DCB5DA17}" srcOrd="1" destOrd="0" presId="urn:microsoft.com/office/officeart/2005/8/layout/orgChart1"/>
    <dgm:cxn modelId="{2C9E8576-A345-4ACE-A3A7-3F2006D6A5BE}" type="presOf" srcId="{79FF3BFA-8958-4FFE-A339-868EFDBDCA71}" destId="{10886C1C-5B64-4EB1-9BA4-EF9C2F10D767}" srcOrd="0" destOrd="0" presId="urn:microsoft.com/office/officeart/2005/8/layout/orgChart1"/>
    <dgm:cxn modelId="{E425935A-CB9D-4EF9-B9E0-BC99FD177243}" srcId="{A820D367-068C-4C33-A346-FA8415AFC640}" destId="{4E9290BC-9D56-418A-B94A-B165622853DE}" srcOrd="2" destOrd="0" parTransId="{C54C6D69-03A0-4FBC-859A-7530F7ACE8F3}" sibTransId="{F0C242E1-E0D2-4615-9E90-F7749BCFF173}"/>
    <dgm:cxn modelId="{2372E6B7-ED97-4FF0-AAAA-7E0FCE179CBB}" type="presOf" srcId="{7409DA09-40BB-49FA-910E-2369645760E0}" destId="{C861615D-FEA6-40DF-8384-6F6537E29AA7}" srcOrd="0" destOrd="0" presId="urn:microsoft.com/office/officeart/2005/8/layout/orgChart1"/>
    <dgm:cxn modelId="{8DB061C1-D4EC-491A-9F86-B0C8101ED06E}" srcId="{A820D367-068C-4C33-A346-FA8415AFC640}" destId="{FA9E895D-DCD0-4D58-8C46-BC757CAEAF36}" srcOrd="0" destOrd="0" parTransId="{79FF3BFA-8958-4FFE-A339-868EFDBDCA71}" sibTransId="{601BA131-0228-4ADF-8D2A-E5A25A3C8F91}"/>
    <dgm:cxn modelId="{88CE8FD0-5F52-4783-A5C9-56EC0CE24CE6}" srcId="{B3CC107E-8BF9-4677-B0DB-27F3814B149E}" destId="{A820D367-068C-4C33-A346-FA8415AFC640}" srcOrd="0" destOrd="0" parTransId="{1F7F88A3-2211-4E45-8009-B6B3B5C70F61}" sibTransId="{A2BD3BC6-5C48-451A-B6D9-03793C16F324}"/>
    <dgm:cxn modelId="{7282CAF4-A919-49E9-9872-5170A9F99B66}" type="presOf" srcId="{C54C6D69-03A0-4FBC-859A-7530F7ACE8F3}" destId="{933F2BF5-AF71-4B9E-BEAC-1F5D6F7FC7C9}" srcOrd="0" destOrd="0" presId="urn:microsoft.com/office/officeart/2005/8/layout/orgChart1"/>
    <dgm:cxn modelId="{2ABFE5F6-82D4-4E09-A3D3-99A9D79F9993}" type="presOf" srcId="{A820D367-068C-4C33-A346-FA8415AFC640}" destId="{87EF7CB1-7CE8-4AA3-94AD-60E4653A4608}" srcOrd="0" destOrd="0" presId="urn:microsoft.com/office/officeart/2005/8/layout/orgChart1"/>
    <dgm:cxn modelId="{67E410FB-76F8-4CBD-9512-55C3CF52B7A8}" type="presOf" srcId="{B3CC107E-8BF9-4677-B0DB-27F3814B149E}" destId="{751F5550-52CA-4F6D-930B-7085B8363C7F}" srcOrd="0" destOrd="0" presId="urn:microsoft.com/office/officeart/2005/8/layout/orgChart1"/>
    <dgm:cxn modelId="{5FD164FD-9488-4AF1-BAF6-E3F18D89C5BD}" type="presOf" srcId="{FA9E895D-DCD0-4D58-8C46-BC757CAEAF36}" destId="{77371F96-79EA-47DD-B4DE-A6931F6ED529}" srcOrd="1" destOrd="0" presId="urn:microsoft.com/office/officeart/2005/8/layout/orgChart1"/>
    <dgm:cxn modelId="{309A0422-4D1D-4169-AC6B-020ADD66D27A}" type="presParOf" srcId="{751F5550-52CA-4F6D-930B-7085B8363C7F}" destId="{5A7BA60A-4E0F-4B5F-8D16-503F1E38238B}" srcOrd="0" destOrd="0" presId="urn:microsoft.com/office/officeart/2005/8/layout/orgChart1"/>
    <dgm:cxn modelId="{AAC337F7-71C3-472B-844C-99EA0FEDE36A}" type="presParOf" srcId="{5A7BA60A-4E0F-4B5F-8D16-503F1E38238B}" destId="{625D1273-EF6A-4A9D-8CF7-61E48696A61F}" srcOrd="0" destOrd="0" presId="urn:microsoft.com/office/officeart/2005/8/layout/orgChart1"/>
    <dgm:cxn modelId="{87CDF627-B513-4207-9322-BCA682CE2E35}" type="presParOf" srcId="{625D1273-EF6A-4A9D-8CF7-61E48696A61F}" destId="{87EF7CB1-7CE8-4AA3-94AD-60E4653A4608}" srcOrd="0" destOrd="0" presId="urn:microsoft.com/office/officeart/2005/8/layout/orgChart1"/>
    <dgm:cxn modelId="{6D1A4BF7-0184-4B08-842C-4B0A7B5DCE8B}" type="presParOf" srcId="{625D1273-EF6A-4A9D-8CF7-61E48696A61F}" destId="{DE00BB55-3B73-4B63-A331-27DEA4FA1210}" srcOrd="1" destOrd="0" presId="urn:microsoft.com/office/officeart/2005/8/layout/orgChart1"/>
    <dgm:cxn modelId="{DC40B0A3-0B22-4291-B712-FFCB2D76F0E5}" type="presParOf" srcId="{5A7BA60A-4E0F-4B5F-8D16-503F1E38238B}" destId="{B5914D7D-1C9A-4D84-A438-FAAC9009C749}" srcOrd="1" destOrd="0" presId="urn:microsoft.com/office/officeart/2005/8/layout/orgChart1"/>
    <dgm:cxn modelId="{5907D472-6453-4A37-8F2A-AA5EFAB13D46}" type="presParOf" srcId="{B5914D7D-1C9A-4D84-A438-FAAC9009C749}" destId="{10886C1C-5B64-4EB1-9BA4-EF9C2F10D767}" srcOrd="0" destOrd="0" presId="urn:microsoft.com/office/officeart/2005/8/layout/orgChart1"/>
    <dgm:cxn modelId="{AAC2ECF4-705E-41DD-B0DE-7A50A8466414}" type="presParOf" srcId="{B5914D7D-1C9A-4D84-A438-FAAC9009C749}" destId="{CA3A67F8-6EA2-4C6B-B5D0-F361EF3E752E}" srcOrd="1" destOrd="0" presId="urn:microsoft.com/office/officeart/2005/8/layout/orgChart1"/>
    <dgm:cxn modelId="{61602B1D-5ED2-4523-B374-BB31A275100B}" type="presParOf" srcId="{CA3A67F8-6EA2-4C6B-B5D0-F361EF3E752E}" destId="{E4975CDC-D6BD-4CB0-877E-4FFCBC06A436}" srcOrd="0" destOrd="0" presId="urn:microsoft.com/office/officeart/2005/8/layout/orgChart1"/>
    <dgm:cxn modelId="{2452BDC2-A6A2-4911-9645-55C8DF4B3747}" type="presParOf" srcId="{E4975CDC-D6BD-4CB0-877E-4FFCBC06A436}" destId="{68D65F8E-A599-4A38-9B95-EB7AED4F1348}" srcOrd="0" destOrd="0" presId="urn:microsoft.com/office/officeart/2005/8/layout/orgChart1"/>
    <dgm:cxn modelId="{F834D333-07ED-41F8-86E8-5D4B6459B188}" type="presParOf" srcId="{E4975CDC-D6BD-4CB0-877E-4FFCBC06A436}" destId="{77371F96-79EA-47DD-B4DE-A6931F6ED529}" srcOrd="1" destOrd="0" presId="urn:microsoft.com/office/officeart/2005/8/layout/orgChart1"/>
    <dgm:cxn modelId="{4FE17F40-E3FC-43B6-BDB7-07D1E70644FC}" type="presParOf" srcId="{CA3A67F8-6EA2-4C6B-B5D0-F361EF3E752E}" destId="{EE43DEAA-AF0D-46D3-94FF-23BF311E947C}" srcOrd="1" destOrd="0" presId="urn:microsoft.com/office/officeart/2005/8/layout/orgChart1"/>
    <dgm:cxn modelId="{02F5FCC5-92E8-4787-A9F9-9336339DB9C3}" type="presParOf" srcId="{CA3A67F8-6EA2-4C6B-B5D0-F361EF3E752E}" destId="{49543C4B-90B7-4EA1-8950-E6C44FC4E351}" srcOrd="2" destOrd="0" presId="urn:microsoft.com/office/officeart/2005/8/layout/orgChart1"/>
    <dgm:cxn modelId="{607098FF-9001-44C6-B1D0-FB3BBCC68BBF}" type="presParOf" srcId="{B5914D7D-1C9A-4D84-A438-FAAC9009C749}" destId="{A95CBDF4-C290-4F6A-8159-1406E2A38CEF}" srcOrd="2" destOrd="0" presId="urn:microsoft.com/office/officeart/2005/8/layout/orgChart1"/>
    <dgm:cxn modelId="{5F596F46-C859-4FE0-AEAD-00927344211C}" type="presParOf" srcId="{B5914D7D-1C9A-4D84-A438-FAAC9009C749}" destId="{4D0A6CC1-A9E7-416F-80B6-9E2BEB5441FF}" srcOrd="3" destOrd="0" presId="urn:microsoft.com/office/officeart/2005/8/layout/orgChart1"/>
    <dgm:cxn modelId="{2E74AEE7-F4D2-4CBB-B174-8FA3B5FA77E5}" type="presParOf" srcId="{4D0A6CC1-A9E7-416F-80B6-9E2BEB5441FF}" destId="{CD275416-579F-45AA-A641-B0B3C27CAC6C}" srcOrd="0" destOrd="0" presId="urn:microsoft.com/office/officeart/2005/8/layout/orgChart1"/>
    <dgm:cxn modelId="{58DA389F-553F-4B9D-B855-BB083F109893}" type="presParOf" srcId="{CD275416-579F-45AA-A641-B0B3C27CAC6C}" destId="{C861615D-FEA6-40DF-8384-6F6537E29AA7}" srcOrd="0" destOrd="0" presId="urn:microsoft.com/office/officeart/2005/8/layout/orgChart1"/>
    <dgm:cxn modelId="{FA71EF05-B968-49D0-9A5D-DE6AA84F8103}" type="presParOf" srcId="{CD275416-579F-45AA-A641-B0B3C27CAC6C}" destId="{1386287D-9B75-497D-8BFF-3AE7D48100E3}" srcOrd="1" destOrd="0" presId="urn:microsoft.com/office/officeart/2005/8/layout/orgChart1"/>
    <dgm:cxn modelId="{4D671203-DE51-4656-A5FA-F900547E56CF}" type="presParOf" srcId="{4D0A6CC1-A9E7-416F-80B6-9E2BEB5441FF}" destId="{2F053899-503E-4034-ABD7-B71569B8CE72}" srcOrd="1" destOrd="0" presId="urn:microsoft.com/office/officeart/2005/8/layout/orgChart1"/>
    <dgm:cxn modelId="{9FF76A0D-3DF5-4C40-9A44-1A9B30265EA9}" type="presParOf" srcId="{4D0A6CC1-A9E7-416F-80B6-9E2BEB5441FF}" destId="{47F03801-3960-4F64-9977-9D1F7B6B60F8}" srcOrd="2" destOrd="0" presId="urn:microsoft.com/office/officeart/2005/8/layout/orgChart1"/>
    <dgm:cxn modelId="{5A8A0B77-0B76-43EA-90FF-C476002EE891}" type="presParOf" srcId="{B5914D7D-1C9A-4D84-A438-FAAC9009C749}" destId="{933F2BF5-AF71-4B9E-BEAC-1F5D6F7FC7C9}" srcOrd="4" destOrd="0" presId="urn:microsoft.com/office/officeart/2005/8/layout/orgChart1"/>
    <dgm:cxn modelId="{FB4081C6-A411-4ED6-81E8-6AA60E7EA3D8}" type="presParOf" srcId="{B5914D7D-1C9A-4D84-A438-FAAC9009C749}" destId="{C492885A-0868-4759-A57B-6EAC9122655C}" srcOrd="5" destOrd="0" presId="urn:microsoft.com/office/officeart/2005/8/layout/orgChart1"/>
    <dgm:cxn modelId="{370CFA66-7D89-4380-9642-08D863B9E343}" type="presParOf" srcId="{C492885A-0868-4759-A57B-6EAC9122655C}" destId="{E7801628-47F1-45A2-ABEE-471F506B1492}" srcOrd="0" destOrd="0" presId="urn:microsoft.com/office/officeart/2005/8/layout/orgChart1"/>
    <dgm:cxn modelId="{245F3510-E2AF-4EB6-9D4B-750CAEF311EF}" type="presParOf" srcId="{E7801628-47F1-45A2-ABEE-471F506B1492}" destId="{C6B633E4-790D-490F-A55C-AD1EAE805688}" srcOrd="0" destOrd="0" presId="urn:microsoft.com/office/officeart/2005/8/layout/orgChart1"/>
    <dgm:cxn modelId="{53D2864E-955D-4066-BEE6-E2563F817FB5}" type="presParOf" srcId="{E7801628-47F1-45A2-ABEE-471F506B1492}" destId="{FCE9D686-72F9-44BD-A9DA-8BF2DCB5DA17}" srcOrd="1" destOrd="0" presId="urn:microsoft.com/office/officeart/2005/8/layout/orgChart1"/>
    <dgm:cxn modelId="{32E6620A-C231-41C3-8D55-4113717320D0}" type="presParOf" srcId="{C492885A-0868-4759-A57B-6EAC9122655C}" destId="{26BE70DF-CC56-4834-A20E-7245C5F36D2A}" srcOrd="1" destOrd="0" presId="urn:microsoft.com/office/officeart/2005/8/layout/orgChart1"/>
    <dgm:cxn modelId="{0567A489-9A48-4A4B-B692-891BE2BA6258}" type="presParOf" srcId="{C492885A-0868-4759-A57B-6EAC9122655C}" destId="{316B5B0F-B52A-4B23-87D9-95A8BD14BAE1}" srcOrd="2" destOrd="0" presId="urn:microsoft.com/office/officeart/2005/8/layout/orgChart1"/>
    <dgm:cxn modelId="{A0567DDA-9DD2-4EB1-A7E5-F1CA2EDC57C2}" type="presParOf" srcId="{5A7BA60A-4E0F-4B5F-8D16-503F1E38238B}" destId="{4A92A57F-4A20-4257-9BBD-5AD31028184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156635-FCD9-4AB9-8F5C-FCF910005EF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9CE92407-8C98-48E8-BE0E-B6ADE46EB54C}">
      <dgm:prSet phldrT="[Text]"/>
      <dgm:spPr/>
      <dgm:t>
        <a:bodyPr/>
        <a:lstStyle/>
        <a:p>
          <a:r>
            <a:rPr lang="en-IN" dirty="0"/>
            <a:t>Trending</a:t>
          </a:r>
        </a:p>
      </dgm:t>
    </dgm:pt>
    <dgm:pt modelId="{D0837B62-BEAD-4322-AA3B-712A6E6B5F10}" type="parTrans" cxnId="{88DB1A2B-BBED-42C3-8B16-8AB58C9C8FE8}">
      <dgm:prSet/>
      <dgm:spPr/>
      <dgm:t>
        <a:bodyPr/>
        <a:lstStyle/>
        <a:p>
          <a:endParaRPr lang="en-IN"/>
        </a:p>
      </dgm:t>
    </dgm:pt>
    <dgm:pt modelId="{ACCE83BF-8D30-473F-947A-26C03F943862}" type="sibTrans" cxnId="{88DB1A2B-BBED-42C3-8B16-8AB58C9C8FE8}">
      <dgm:prSet/>
      <dgm:spPr/>
      <dgm:t>
        <a:bodyPr/>
        <a:lstStyle/>
        <a:p>
          <a:endParaRPr lang="en-IN"/>
        </a:p>
      </dgm:t>
    </dgm:pt>
    <dgm:pt modelId="{20F7D692-81C8-4558-B380-C9FDF32449E3}">
      <dgm:prSet phldrT="[Text]"/>
      <dgm:spPr/>
      <dgm:t>
        <a:bodyPr/>
        <a:lstStyle/>
        <a:p>
          <a:r>
            <a:rPr lang="en-IN"/>
            <a:t>New Releases</a:t>
          </a:r>
        </a:p>
      </dgm:t>
    </dgm:pt>
    <dgm:pt modelId="{16DA5669-48FB-49E3-8C1B-59DCD0FEE0ED}" type="parTrans" cxnId="{4CF136B7-0F54-4A56-85A0-B447FBD86034}">
      <dgm:prSet/>
      <dgm:spPr/>
      <dgm:t>
        <a:bodyPr/>
        <a:lstStyle/>
        <a:p>
          <a:endParaRPr lang="en-IN"/>
        </a:p>
      </dgm:t>
    </dgm:pt>
    <dgm:pt modelId="{6B1A3B94-B74F-43DF-970A-038AF8C3D2FC}" type="sibTrans" cxnId="{4CF136B7-0F54-4A56-85A0-B447FBD86034}">
      <dgm:prSet/>
      <dgm:spPr/>
      <dgm:t>
        <a:bodyPr/>
        <a:lstStyle/>
        <a:p>
          <a:endParaRPr lang="en-IN"/>
        </a:p>
      </dgm:t>
    </dgm:pt>
    <dgm:pt modelId="{55B2B0C6-517E-4573-A5D5-BEF21147D1D2}">
      <dgm:prSet phldrT="[Text]"/>
      <dgm:spPr/>
      <dgm:t>
        <a:bodyPr/>
        <a:lstStyle/>
        <a:p>
          <a:r>
            <a:rPr lang="en-IN"/>
            <a:t>series</a:t>
          </a:r>
        </a:p>
      </dgm:t>
    </dgm:pt>
    <dgm:pt modelId="{CE7B700C-15BE-43BF-ACA5-CF14850CFCF0}" type="parTrans" cxnId="{E443B0CA-3DFB-4C9A-A2F6-119333148CE3}">
      <dgm:prSet/>
      <dgm:spPr/>
      <dgm:t>
        <a:bodyPr/>
        <a:lstStyle/>
        <a:p>
          <a:endParaRPr lang="en-IN"/>
        </a:p>
      </dgm:t>
    </dgm:pt>
    <dgm:pt modelId="{A110DA86-55FD-4F90-A685-8DAF6AC9C360}" type="sibTrans" cxnId="{E443B0CA-3DFB-4C9A-A2F6-119333148CE3}">
      <dgm:prSet/>
      <dgm:spPr/>
      <dgm:t>
        <a:bodyPr/>
        <a:lstStyle/>
        <a:p>
          <a:endParaRPr lang="en-IN"/>
        </a:p>
      </dgm:t>
    </dgm:pt>
    <dgm:pt modelId="{12EA89EA-BD77-4215-8270-EAC3BA7B2C80}">
      <dgm:prSet phldrT="[Text]"/>
      <dgm:spPr/>
      <dgm:t>
        <a:bodyPr/>
        <a:lstStyle/>
        <a:p>
          <a:r>
            <a:rPr lang="en-IN"/>
            <a:t>Top Animes</a:t>
          </a:r>
        </a:p>
      </dgm:t>
    </dgm:pt>
    <dgm:pt modelId="{C02A45A7-0D07-46D4-814F-B82D05363DB8}" type="parTrans" cxnId="{DFDCFB58-5222-4D4A-977E-EE4CB90FA7F9}">
      <dgm:prSet/>
      <dgm:spPr/>
      <dgm:t>
        <a:bodyPr/>
        <a:lstStyle/>
        <a:p>
          <a:endParaRPr lang="en-IN"/>
        </a:p>
      </dgm:t>
    </dgm:pt>
    <dgm:pt modelId="{FD170D07-0EC8-4816-9456-97282F4EBE0D}" type="sibTrans" cxnId="{DFDCFB58-5222-4D4A-977E-EE4CB90FA7F9}">
      <dgm:prSet/>
      <dgm:spPr/>
      <dgm:t>
        <a:bodyPr/>
        <a:lstStyle/>
        <a:p>
          <a:endParaRPr lang="en-IN"/>
        </a:p>
      </dgm:t>
    </dgm:pt>
    <dgm:pt modelId="{0ECF6E86-EB64-458F-A044-2C05EA00773E}" type="pres">
      <dgm:prSet presAssocID="{BB156635-FCD9-4AB9-8F5C-FCF910005EFF}" presName="hierChild1" presStyleCnt="0">
        <dgm:presLayoutVars>
          <dgm:orgChart val="1"/>
          <dgm:chPref val="1"/>
          <dgm:dir/>
          <dgm:animOne val="branch"/>
          <dgm:animLvl val="lvl"/>
          <dgm:resizeHandles/>
        </dgm:presLayoutVars>
      </dgm:prSet>
      <dgm:spPr/>
    </dgm:pt>
    <dgm:pt modelId="{46F0345F-0E0D-4853-BF64-F06209D8DDA4}" type="pres">
      <dgm:prSet presAssocID="{9CE92407-8C98-48E8-BE0E-B6ADE46EB54C}" presName="hierRoot1" presStyleCnt="0">
        <dgm:presLayoutVars>
          <dgm:hierBranch val="init"/>
        </dgm:presLayoutVars>
      </dgm:prSet>
      <dgm:spPr/>
    </dgm:pt>
    <dgm:pt modelId="{EABEC2B6-80EC-4FFA-927E-9E3A62733B86}" type="pres">
      <dgm:prSet presAssocID="{9CE92407-8C98-48E8-BE0E-B6ADE46EB54C}" presName="rootComposite1" presStyleCnt="0"/>
      <dgm:spPr/>
    </dgm:pt>
    <dgm:pt modelId="{D4D2BE28-B1A5-4F95-AFFB-5108AE67487F}" type="pres">
      <dgm:prSet presAssocID="{9CE92407-8C98-48E8-BE0E-B6ADE46EB54C}" presName="rootText1" presStyleLbl="node0" presStyleIdx="0" presStyleCnt="1">
        <dgm:presLayoutVars>
          <dgm:chPref val="3"/>
        </dgm:presLayoutVars>
      </dgm:prSet>
      <dgm:spPr/>
    </dgm:pt>
    <dgm:pt modelId="{5C2840A1-B66A-44E6-A845-28A1188BA447}" type="pres">
      <dgm:prSet presAssocID="{9CE92407-8C98-48E8-BE0E-B6ADE46EB54C}" presName="rootConnector1" presStyleLbl="node1" presStyleIdx="0" presStyleCnt="0"/>
      <dgm:spPr/>
    </dgm:pt>
    <dgm:pt modelId="{59499709-3163-4342-9A33-FEE0110027ED}" type="pres">
      <dgm:prSet presAssocID="{9CE92407-8C98-48E8-BE0E-B6ADE46EB54C}" presName="hierChild2" presStyleCnt="0"/>
      <dgm:spPr/>
    </dgm:pt>
    <dgm:pt modelId="{12CBAFB1-8FBD-45D4-9EA4-C1CEEBF2267C}" type="pres">
      <dgm:prSet presAssocID="{16DA5669-48FB-49E3-8C1B-59DCD0FEE0ED}" presName="Name37" presStyleLbl="parChTrans1D2" presStyleIdx="0" presStyleCnt="3"/>
      <dgm:spPr/>
    </dgm:pt>
    <dgm:pt modelId="{8A49FC97-3A63-4F28-B345-D27F84B0D2C6}" type="pres">
      <dgm:prSet presAssocID="{20F7D692-81C8-4558-B380-C9FDF32449E3}" presName="hierRoot2" presStyleCnt="0">
        <dgm:presLayoutVars>
          <dgm:hierBranch val="init"/>
        </dgm:presLayoutVars>
      </dgm:prSet>
      <dgm:spPr/>
    </dgm:pt>
    <dgm:pt modelId="{84EAE219-3FE4-4355-AB40-A05C2D28608F}" type="pres">
      <dgm:prSet presAssocID="{20F7D692-81C8-4558-B380-C9FDF32449E3}" presName="rootComposite" presStyleCnt="0"/>
      <dgm:spPr/>
    </dgm:pt>
    <dgm:pt modelId="{C2FCA218-99B3-429B-B56E-AEB387F875F8}" type="pres">
      <dgm:prSet presAssocID="{20F7D692-81C8-4558-B380-C9FDF32449E3}" presName="rootText" presStyleLbl="node2" presStyleIdx="0" presStyleCnt="3" custScaleX="156719">
        <dgm:presLayoutVars>
          <dgm:chPref val="3"/>
        </dgm:presLayoutVars>
      </dgm:prSet>
      <dgm:spPr/>
    </dgm:pt>
    <dgm:pt modelId="{C84542D4-FF0F-4118-8E64-31F717CF0EF5}" type="pres">
      <dgm:prSet presAssocID="{20F7D692-81C8-4558-B380-C9FDF32449E3}" presName="rootConnector" presStyleLbl="node2" presStyleIdx="0" presStyleCnt="3"/>
      <dgm:spPr/>
    </dgm:pt>
    <dgm:pt modelId="{2C691C61-053C-4C03-82DE-959F828B5342}" type="pres">
      <dgm:prSet presAssocID="{20F7D692-81C8-4558-B380-C9FDF32449E3}" presName="hierChild4" presStyleCnt="0"/>
      <dgm:spPr/>
    </dgm:pt>
    <dgm:pt modelId="{EA653103-EA11-4A70-B2F5-D6840A31ACB2}" type="pres">
      <dgm:prSet presAssocID="{20F7D692-81C8-4558-B380-C9FDF32449E3}" presName="hierChild5" presStyleCnt="0"/>
      <dgm:spPr/>
    </dgm:pt>
    <dgm:pt modelId="{14E02EAA-1999-4E1E-9BF2-FC5FB810AE33}" type="pres">
      <dgm:prSet presAssocID="{CE7B700C-15BE-43BF-ACA5-CF14850CFCF0}" presName="Name37" presStyleLbl="parChTrans1D2" presStyleIdx="1" presStyleCnt="3"/>
      <dgm:spPr/>
    </dgm:pt>
    <dgm:pt modelId="{D41B7FA8-F08A-4F63-9F83-B3FACC748D8F}" type="pres">
      <dgm:prSet presAssocID="{55B2B0C6-517E-4573-A5D5-BEF21147D1D2}" presName="hierRoot2" presStyleCnt="0">
        <dgm:presLayoutVars>
          <dgm:hierBranch val="init"/>
        </dgm:presLayoutVars>
      </dgm:prSet>
      <dgm:spPr/>
    </dgm:pt>
    <dgm:pt modelId="{276935B3-A988-4DF3-AE26-549596A6A226}" type="pres">
      <dgm:prSet presAssocID="{55B2B0C6-517E-4573-A5D5-BEF21147D1D2}" presName="rootComposite" presStyleCnt="0"/>
      <dgm:spPr/>
    </dgm:pt>
    <dgm:pt modelId="{6406E82A-4CA6-490C-80CA-2BAD9B0D6255}" type="pres">
      <dgm:prSet presAssocID="{55B2B0C6-517E-4573-A5D5-BEF21147D1D2}" presName="rootText" presStyleLbl="node2" presStyleIdx="1" presStyleCnt="3">
        <dgm:presLayoutVars>
          <dgm:chPref val="3"/>
        </dgm:presLayoutVars>
      </dgm:prSet>
      <dgm:spPr/>
    </dgm:pt>
    <dgm:pt modelId="{771F5015-99A8-4E86-80DD-214BB9B746EE}" type="pres">
      <dgm:prSet presAssocID="{55B2B0C6-517E-4573-A5D5-BEF21147D1D2}" presName="rootConnector" presStyleLbl="node2" presStyleIdx="1" presStyleCnt="3"/>
      <dgm:spPr/>
    </dgm:pt>
    <dgm:pt modelId="{5E7B246A-843D-4421-9208-91B13F062690}" type="pres">
      <dgm:prSet presAssocID="{55B2B0C6-517E-4573-A5D5-BEF21147D1D2}" presName="hierChild4" presStyleCnt="0"/>
      <dgm:spPr/>
    </dgm:pt>
    <dgm:pt modelId="{B377B11E-63CF-4521-B510-F54EE9986C83}" type="pres">
      <dgm:prSet presAssocID="{55B2B0C6-517E-4573-A5D5-BEF21147D1D2}" presName="hierChild5" presStyleCnt="0"/>
      <dgm:spPr/>
    </dgm:pt>
    <dgm:pt modelId="{343A8BA6-9E2E-4647-B5E4-E6682CE90FEB}" type="pres">
      <dgm:prSet presAssocID="{C02A45A7-0D07-46D4-814F-B82D05363DB8}" presName="Name37" presStyleLbl="parChTrans1D2" presStyleIdx="2" presStyleCnt="3"/>
      <dgm:spPr/>
    </dgm:pt>
    <dgm:pt modelId="{031F3FDF-8726-406A-A7A8-A78C8CACBD34}" type="pres">
      <dgm:prSet presAssocID="{12EA89EA-BD77-4215-8270-EAC3BA7B2C80}" presName="hierRoot2" presStyleCnt="0">
        <dgm:presLayoutVars>
          <dgm:hierBranch val="init"/>
        </dgm:presLayoutVars>
      </dgm:prSet>
      <dgm:spPr/>
    </dgm:pt>
    <dgm:pt modelId="{5CA34CB8-A1F6-463C-A19B-79512743C8E9}" type="pres">
      <dgm:prSet presAssocID="{12EA89EA-BD77-4215-8270-EAC3BA7B2C80}" presName="rootComposite" presStyleCnt="0"/>
      <dgm:spPr/>
    </dgm:pt>
    <dgm:pt modelId="{50E3AD2F-A6B7-4372-940F-A31D602B612C}" type="pres">
      <dgm:prSet presAssocID="{12EA89EA-BD77-4215-8270-EAC3BA7B2C80}" presName="rootText" presStyleLbl="node2" presStyleIdx="2" presStyleCnt="3">
        <dgm:presLayoutVars>
          <dgm:chPref val="3"/>
        </dgm:presLayoutVars>
      </dgm:prSet>
      <dgm:spPr/>
    </dgm:pt>
    <dgm:pt modelId="{CB7E03A3-1509-4D11-8C04-FAA147AA1795}" type="pres">
      <dgm:prSet presAssocID="{12EA89EA-BD77-4215-8270-EAC3BA7B2C80}" presName="rootConnector" presStyleLbl="node2" presStyleIdx="2" presStyleCnt="3"/>
      <dgm:spPr/>
    </dgm:pt>
    <dgm:pt modelId="{3A8B1FA9-BED6-4CDB-B818-5E337100663C}" type="pres">
      <dgm:prSet presAssocID="{12EA89EA-BD77-4215-8270-EAC3BA7B2C80}" presName="hierChild4" presStyleCnt="0"/>
      <dgm:spPr/>
    </dgm:pt>
    <dgm:pt modelId="{418CBBB3-5ED9-43A1-85A6-2EEF8F83ACAF}" type="pres">
      <dgm:prSet presAssocID="{12EA89EA-BD77-4215-8270-EAC3BA7B2C80}" presName="hierChild5" presStyleCnt="0"/>
      <dgm:spPr/>
    </dgm:pt>
    <dgm:pt modelId="{50F584A4-8598-4107-B1E8-4442599E86F7}" type="pres">
      <dgm:prSet presAssocID="{9CE92407-8C98-48E8-BE0E-B6ADE46EB54C}" presName="hierChild3" presStyleCnt="0"/>
      <dgm:spPr/>
    </dgm:pt>
  </dgm:ptLst>
  <dgm:cxnLst>
    <dgm:cxn modelId="{22248803-753B-4860-AEC3-907C20F73C54}" type="presOf" srcId="{20F7D692-81C8-4558-B380-C9FDF32449E3}" destId="{C84542D4-FF0F-4118-8E64-31F717CF0EF5}" srcOrd="1" destOrd="0" presId="urn:microsoft.com/office/officeart/2005/8/layout/orgChart1"/>
    <dgm:cxn modelId="{734CC308-F058-437C-9C74-9920C7EFF1BD}" type="presOf" srcId="{CE7B700C-15BE-43BF-ACA5-CF14850CFCF0}" destId="{14E02EAA-1999-4E1E-9BF2-FC5FB810AE33}" srcOrd="0" destOrd="0" presId="urn:microsoft.com/office/officeart/2005/8/layout/orgChart1"/>
    <dgm:cxn modelId="{BF64001D-592C-4C0C-A9FD-78CAFB0AE3FE}" type="presOf" srcId="{BB156635-FCD9-4AB9-8F5C-FCF910005EFF}" destId="{0ECF6E86-EB64-458F-A044-2C05EA00773E}" srcOrd="0" destOrd="0" presId="urn:microsoft.com/office/officeart/2005/8/layout/orgChart1"/>
    <dgm:cxn modelId="{88DB1A2B-BBED-42C3-8B16-8AB58C9C8FE8}" srcId="{BB156635-FCD9-4AB9-8F5C-FCF910005EFF}" destId="{9CE92407-8C98-48E8-BE0E-B6ADE46EB54C}" srcOrd="0" destOrd="0" parTransId="{D0837B62-BEAD-4322-AA3B-712A6E6B5F10}" sibTransId="{ACCE83BF-8D30-473F-947A-26C03F943862}"/>
    <dgm:cxn modelId="{B918152F-D523-4526-B685-B919A61D620B}" type="presOf" srcId="{20F7D692-81C8-4558-B380-C9FDF32449E3}" destId="{C2FCA218-99B3-429B-B56E-AEB387F875F8}" srcOrd="0" destOrd="0" presId="urn:microsoft.com/office/officeart/2005/8/layout/orgChart1"/>
    <dgm:cxn modelId="{2AA6D662-B6B7-452B-8C79-0635A485CB33}" type="presOf" srcId="{55B2B0C6-517E-4573-A5D5-BEF21147D1D2}" destId="{771F5015-99A8-4E86-80DD-214BB9B746EE}" srcOrd="1" destOrd="0" presId="urn:microsoft.com/office/officeart/2005/8/layout/orgChart1"/>
    <dgm:cxn modelId="{DFDCFB58-5222-4D4A-977E-EE4CB90FA7F9}" srcId="{9CE92407-8C98-48E8-BE0E-B6ADE46EB54C}" destId="{12EA89EA-BD77-4215-8270-EAC3BA7B2C80}" srcOrd="2" destOrd="0" parTransId="{C02A45A7-0D07-46D4-814F-B82D05363DB8}" sibTransId="{FD170D07-0EC8-4816-9456-97282F4EBE0D}"/>
    <dgm:cxn modelId="{27891B86-B054-407D-95B1-E474A793156C}" type="presOf" srcId="{9CE92407-8C98-48E8-BE0E-B6ADE46EB54C}" destId="{5C2840A1-B66A-44E6-A845-28A1188BA447}" srcOrd="1" destOrd="0" presId="urn:microsoft.com/office/officeart/2005/8/layout/orgChart1"/>
    <dgm:cxn modelId="{AF617D97-7313-4762-BE65-D6F82E8B7A80}" type="presOf" srcId="{16DA5669-48FB-49E3-8C1B-59DCD0FEE0ED}" destId="{12CBAFB1-8FBD-45D4-9EA4-C1CEEBF2267C}" srcOrd="0" destOrd="0" presId="urn:microsoft.com/office/officeart/2005/8/layout/orgChart1"/>
    <dgm:cxn modelId="{4CF136B7-0F54-4A56-85A0-B447FBD86034}" srcId="{9CE92407-8C98-48E8-BE0E-B6ADE46EB54C}" destId="{20F7D692-81C8-4558-B380-C9FDF32449E3}" srcOrd="0" destOrd="0" parTransId="{16DA5669-48FB-49E3-8C1B-59DCD0FEE0ED}" sibTransId="{6B1A3B94-B74F-43DF-970A-038AF8C3D2FC}"/>
    <dgm:cxn modelId="{A95E3AC7-9265-4910-8A0B-409489DF2F36}" type="presOf" srcId="{9CE92407-8C98-48E8-BE0E-B6ADE46EB54C}" destId="{D4D2BE28-B1A5-4F95-AFFB-5108AE67487F}" srcOrd="0" destOrd="0" presId="urn:microsoft.com/office/officeart/2005/8/layout/orgChart1"/>
    <dgm:cxn modelId="{E443B0CA-3DFB-4C9A-A2F6-119333148CE3}" srcId="{9CE92407-8C98-48E8-BE0E-B6ADE46EB54C}" destId="{55B2B0C6-517E-4573-A5D5-BEF21147D1D2}" srcOrd="1" destOrd="0" parTransId="{CE7B700C-15BE-43BF-ACA5-CF14850CFCF0}" sibTransId="{A110DA86-55FD-4F90-A685-8DAF6AC9C360}"/>
    <dgm:cxn modelId="{E827BED3-F3C9-4160-91EF-3CF6D5DC641E}" type="presOf" srcId="{12EA89EA-BD77-4215-8270-EAC3BA7B2C80}" destId="{50E3AD2F-A6B7-4372-940F-A31D602B612C}" srcOrd="0" destOrd="0" presId="urn:microsoft.com/office/officeart/2005/8/layout/orgChart1"/>
    <dgm:cxn modelId="{F94C13E3-2550-4962-9EC1-E2AE8364450C}" type="presOf" srcId="{12EA89EA-BD77-4215-8270-EAC3BA7B2C80}" destId="{CB7E03A3-1509-4D11-8C04-FAA147AA1795}" srcOrd="1" destOrd="0" presId="urn:microsoft.com/office/officeart/2005/8/layout/orgChart1"/>
    <dgm:cxn modelId="{FE5B96E6-264D-4F48-83F8-42B908B00286}" type="presOf" srcId="{C02A45A7-0D07-46D4-814F-B82D05363DB8}" destId="{343A8BA6-9E2E-4647-B5E4-E6682CE90FEB}" srcOrd="0" destOrd="0" presId="urn:microsoft.com/office/officeart/2005/8/layout/orgChart1"/>
    <dgm:cxn modelId="{ECA658F6-988C-4DF6-B462-7E0E7C26E585}" type="presOf" srcId="{55B2B0C6-517E-4573-A5D5-BEF21147D1D2}" destId="{6406E82A-4CA6-490C-80CA-2BAD9B0D6255}" srcOrd="0" destOrd="0" presId="urn:microsoft.com/office/officeart/2005/8/layout/orgChart1"/>
    <dgm:cxn modelId="{067C6671-2E4B-42D6-9C85-49B5A486C9EC}" type="presParOf" srcId="{0ECF6E86-EB64-458F-A044-2C05EA00773E}" destId="{46F0345F-0E0D-4853-BF64-F06209D8DDA4}" srcOrd="0" destOrd="0" presId="urn:microsoft.com/office/officeart/2005/8/layout/orgChart1"/>
    <dgm:cxn modelId="{2EC8799B-5040-4A34-B84E-4BEAA58191B2}" type="presParOf" srcId="{46F0345F-0E0D-4853-BF64-F06209D8DDA4}" destId="{EABEC2B6-80EC-4FFA-927E-9E3A62733B86}" srcOrd="0" destOrd="0" presId="urn:microsoft.com/office/officeart/2005/8/layout/orgChart1"/>
    <dgm:cxn modelId="{075A0C22-7F4A-4FB0-8673-CAC73CFA8EB7}" type="presParOf" srcId="{EABEC2B6-80EC-4FFA-927E-9E3A62733B86}" destId="{D4D2BE28-B1A5-4F95-AFFB-5108AE67487F}" srcOrd="0" destOrd="0" presId="urn:microsoft.com/office/officeart/2005/8/layout/orgChart1"/>
    <dgm:cxn modelId="{1209E988-542C-414E-B605-0EDE80873251}" type="presParOf" srcId="{EABEC2B6-80EC-4FFA-927E-9E3A62733B86}" destId="{5C2840A1-B66A-44E6-A845-28A1188BA447}" srcOrd="1" destOrd="0" presId="urn:microsoft.com/office/officeart/2005/8/layout/orgChart1"/>
    <dgm:cxn modelId="{3D52D323-9E2F-4390-BD80-193577B1A927}" type="presParOf" srcId="{46F0345F-0E0D-4853-BF64-F06209D8DDA4}" destId="{59499709-3163-4342-9A33-FEE0110027ED}" srcOrd="1" destOrd="0" presId="urn:microsoft.com/office/officeart/2005/8/layout/orgChart1"/>
    <dgm:cxn modelId="{60AECB50-F5AF-4D75-8529-3E6BB1257ACE}" type="presParOf" srcId="{59499709-3163-4342-9A33-FEE0110027ED}" destId="{12CBAFB1-8FBD-45D4-9EA4-C1CEEBF2267C}" srcOrd="0" destOrd="0" presId="urn:microsoft.com/office/officeart/2005/8/layout/orgChart1"/>
    <dgm:cxn modelId="{B4C8D385-E2FA-4041-9E8E-4C001BF6D1C9}" type="presParOf" srcId="{59499709-3163-4342-9A33-FEE0110027ED}" destId="{8A49FC97-3A63-4F28-B345-D27F84B0D2C6}" srcOrd="1" destOrd="0" presId="urn:microsoft.com/office/officeart/2005/8/layout/orgChart1"/>
    <dgm:cxn modelId="{B4B3FA02-E8E8-4A00-B4A7-A3B794E02413}" type="presParOf" srcId="{8A49FC97-3A63-4F28-B345-D27F84B0D2C6}" destId="{84EAE219-3FE4-4355-AB40-A05C2D28608F}" srcOrd="0" destOrd="0" presId="urn:microsoft.com/office/officeart/2005/8/layout/orgChart1"/>
    <dgm:cxn modelId="{87856831-A737-48F5-AA48-AFE9AD335178}" type="presParOf" srcId="{84EAE219-3FE4-4355-AB40-A05C2D28608F}" destId="{C2FCA218-99B3-429B-B56E-AEB387F875F8}" srcOrd="0" destOrd="0" presId="urn:microsoft.com/office/officeart/2005/8/layout/orgChart1"/>
    <dgm:cxn modelId="{2C724A2E-2A91-4A79-8A77-87F3F5AEEE88}" type="presParOf" srcId="{84EAE219-3FE4-4355-AB40-A05C2D28608F}" destId="{C84542D4-FF0F-4118-8E64-31F717CF0EF5}" srcOrd="1" destOrd="0" presId="urn:microsoft.com/office/officeart/2005/8/layout/orgChart1"/>
    <dgm:cxn modelId="{86B19DE3-4CF3-4548-B40C-2B76ECC0943B}" type="presParOf" srcId="{8A49FC97-3A63-4F28-B345-D27F84B0D2C6}" destId="{2C691C61-053C-4C03-82DE-959F828B5342}" srcOrd="1" destOrd="0" presId="urn:microsoft.com/office/officeart/2005/8/layout/orgChart1"/>
    <dgm:cxn modelId="{173DFE78-8E63-496C-A65A-55A7A36FC1BD}" type="presParOf" srcId="{8A49FC97-3A63-4F28-B345-D27F84B0D2C6}" destId="{EA653103-EA11-4A70-B2F5-D6840A31ACB2}" srcOrd="2" destOrd="0" presId="urn:microsoft.com/office/officeart/2005/8/layout/orgChart1"/>
    <dgm:cxn modelId="{BA20250D-C804-4495-8FF7-0FDDA06B90B9}" type="presParOf" srcId="{59499709-3163-4342-9A33-FEE0110027ED}" destId="{14E02EAA-1999-4E1E-9BF2-FC5FB810AE33}" srcOrd="2" destOrd="0" presId="urn:microsoft.com/office/officeart/2005/8/layout/orgChart1"/>
    <dgm:cxn modelId="{BFFDC28B-03E9-49A3-A1CA-7F545F05798B}" type="presParOf" srcId="{59499709-3163-4342-9A33-FEE0110027ED}" destId="{D41B7FA8-F08A-4F63-9F83-B3FACC748D8F}" srcOrd="3" destOrd="0" presId="urn:microsoft.com/office/officeart/2005/8/layout/orgChart1"/>
    <dgm:cxn modelId="{37931566-046A-4676-AD01-16CA2AD64D32}" type="presParOf" srcId="{D41B7FA8-F08A-4F63-9F83-B3FACC748D8F}" destId="{276935B3-A988-4DF3-AE26-549596A6A226}" srcOrd="0" destOrd="0" presId="urn:microsoft.com/office/officeart/2005/8/layout/orgChart1"/>
    <dgm:cxn modelId="{1BE542AF-6384-4368-9343-03E23E4B2CD0}" type="presParOf" srcId="{276935B3-A988-4DF3-AE26-549596A6A226}" destId="{6406E82A-4CA6-490C-80CA-2BAD9B0D6255}" srcOrd="0" destOrd="0" presId="urn:microsoft.com/office/officeart/2005/8/layout/orgChart1"/>
    <dgm:cxn modelId="{9A163EA9-09C6-40E9-806B-4D9AD21106B6}" type="presParOf" srcId="{276935B3-A988-4DF3-AE26-549596A6A226}" destId="{771F5015-99A8-4E86-80DD-214BB9B746EE}" srcOrd="1" destOrd="0" presId="urn:microsoft.com/office/officeart/2005/8/layout/orgChart1"/>
    <dgm:cxn modelId="{AE54849F-5589-4BB9-8D77-5FCF5E942EC0}" type="presParOf" srcId="{D41B7FA8-F08A-4F63-9F83-B3FACC748D8F}" destId="{5E7B246A-843D-4421-9208-91B13F062690}" srcOrd="1" destOrd="0" presId="urn:microsoft.com/office/officeart/2005/8/layout/orgChart1"/>
    <dgm:cxn modelId="{A10763EB-33D2-412F-B57A-23DBBB7B7696}" type="presParOf" srcId="{D41B7FA8-F08A-4F63-9F83-B3FACC748D8F}" destId="{B377B11E-63CF-4521-B510-F54EE9986C83}" srcOrd="2" destOrd="0" presId="urn:microsoft.com/office/officeart/2005/8/layout/orgChart1"/>
    <dgm:cxn modelId="{CCD4B957-CC78-4AF7-9906-04EB1005EC2D}" type="presParOf" srcId="{59499709-3163-4342-9A33-FEE0110027ED}" destId="{343A8BA6-9E2E-4647-B5E4-E6682CE90FEB}" srcOrd="4" destOrd="0" presId="urn:microsoft.com/office/officeart/2005/8/layout/orgChart1"/>
    <dgm:cxn modelId="{B2892E15-B4D9-4559-BBFD-3AB0446EEDF5}" type="presParOf" srcId="{59499709-3163-4342-9A33-FEE0110027ED}" destId="{031F3FDF-8726-406A-A7A8-A78C8CACBD34}" srcOrd="5" destOrd="0" presId="urn:microsoft.com/office/officeart/2005/8/layout/orgChart1"/>
    <dgm:cxn modelId="{60043AC9-EDD9-430B-B73B-F15BCCBE6402}" type="presParOf" srcId="{031F3FDF-8726-406A-A7A8-A78C8CACBD34}" destId="{5CA34CB8-A1F6-463C-A19B-79512743C8E9}" srcOrd="0" destOrd="0" presId="urn:microsoft.com/office/officeart/2005/8/layout/orgChart1"/>
    <dgm:cxn modelId="{CD220974-0557-40F1-B19B-A681AEAFB011}" type="presParOf" srcId="{5CA34CB8-A1F6-463C-A19B-79512743C8E9}" destId="{50E3AD2F-A6B7-4372-940F-A31D602B612C}" srcOrd="0" destOrd="0" presId="urn:microsoft.com/office/officeart/2005/8/layout/orgChart1"/>
    <dgm:cxn modelId="{40F1BB4F-EE60-4AF5-A8A4-0D03A71FCB2B}" type="presParOf" srcId="{5CA34CB8-A1F6-463C-A19B-79512743C8E9}" destId="{CB7E03A3-1509-4D11-8C04-FAA147AA1795}" srcOrd="1" destOrd="0" presId="urn:microsoft.com/office/officeart/2005/8/layout/orgChart1"/>
    <dgm:cxn modelId="{E3987A52-B896-4CFD-AD14-89581AA8FF1A}" type="presParOf" srcId="{031F3FDF-8726-406A-A7A8-A78C8CACBD34}" destId="{3A8B1FA9-BED6-4CDB-B818-5E337100663C}" srcOrd="1" destOrd="0" presId="urn:microsoft.com/office/officeart/2005/8/layout/orgChart1"/>
    <dgm:cxn modelId="{B446527D-B3E0-4859-84D4-DA9166CDFBB8}" type="presParOf" srcId="{031F3FDF-8726-406A-A7A8-A78C8CACBD34}" destId="{418CBBB3-5ED9-43A1-85A6-2EEF8F83ACAF}" srcOrd="2" destOrd="0" presId="urn:microsoft.com/office/officeart/2005/8/layout/orgChart1"/>
    <dgm:cxn modelId="{D5D92163-53A1-4F41-B80B-DF9005A2C36D}" type="presParOf" srcId="{46F0345F-0E0D-4853-BF64-F06209D8DDA4}" destId="{50F584A4-8598-4107-B1E8-4442599E86F7}"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464FF6-F517-42D1-A94B-9A3008CC7BE6}"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n-IN"/>
        </a:p>
      </dgm:t>
    </dgm:pt>
    <dgm:pt modelId="{662E5EC5-A69D-408F-80D5-C15773A61DF4}">
      <dgm:prSet phldrT="[Text]"/>
      <dgm:spPr/>
      <dgm:t>
        <a:bodyPr/>
        <a:lstStyle/>
        <a:p>
          <a:r>
            <a:rPr lang="en-IN"/>
            <a:t>MOVIE BREAK SYSTEM</a:t>
          </a:r>
        </a:p>
      </dgm:t>
    </dgm:pt>
    <dgm:pt modelId="{DA4600CB-2503-4A7B-9380-E1650A5339DC}" type="parTrans" cxnId="{9AD3CA3A-8328-4F51-9F54-BEB26CA5D632}">
      <dgm:prSet/>
      <dgm:spPr/>
      <dgm:t>
        <a:bodyPr/>
        <a:lstStyle/>
        <a:p>
          <a:endParaRPr lang="en-IN"/>
        </a:p>
      </dgm:t>
    </dgm:pt>
    <dgm:pt modelId="{CC163963-9ED9-4805-86A7-F88B00451252}" type="sibTrans" cxnId="{9AD3CA3A-8328-4F51-9F54-BEB26CA5D632}">
      <dgm:prSet/>
      <dgm:spPr/>
      <dgm:t>
        <a:bodyPr/>
        <a:lstStyle/>
        <a:p>
          <a:endParaRPr lang="en-IN"/>
        </a:p>
      </dgm:t>
    </dgm:pt>
    <dgm:pt modelId="{9E3D14C5-EB20-4F2A-BCA8-A4AA88CF1BF3}">
      <dgm:prSet phldrT="[Text]"/>
      <dgm:spPr/>
      <dgm:t>
        <a:bodyPr/>
        <a:lstStyle/>
        <a:p>
          <a:r>
            <a:rPr lang="en-IN"/>
            <a:t>Signup</a:t>
          </a:r>
        </a:p>
      </dgm:t>
    </dgm:pt>
    <dgm:pt modelId="{DFE42630-69D8-4161-93E7-B390E76CF439}" type="parTrans" cxnId="{4DF4A9CC-1DE6-49D4-8FD2-FD539B73B938}">
      <dgm:prSet/>
      <dgm:spPr/>
      <dgm:t>
        <a:bodyPr/>
        <a:lstStyle/>
        <a:p>
          <a:endParaRPr lang="en-IN"/>
        </a:p>
      </dgm:t>
    </dgm:pt>
    <dgm:pt modelId="{78970BA0-F88C-44F8-A9FE-A68EE81872D2}" type="sibTrans" cxnId="{4DF4A9CC-1DE6-49D4-8FD2-FD539B73B938}">
      <dgm:prSet/>
      <dgm:spPr/>
      <dgm:t>
        <a:bodyPr/>
        <a:lstStyle/>
        <a:p>
          <a:endParaRPr lang="en-IN"/>
        </a:p>
      </dgm:t>
    </dgm:pt>
    <dgm:pt modelId="{9D4EE1B6-2BAE-477A-B859-57C8068D716E}">
      <dgm:prSet phldrT="[Text]"/>
      <dgm:spPr/>
      <dgm:t>
        <a:bodyPr/>
        <a:lstStyle/>
        <a:p>
          <a:r>
            <a:rPr lang="en-IN"/>
            <a:t>Login</a:t>
          </a:r>
        </a:p>
      </dgm:t>
    </dgm:pt>
    <dgm:pt modelId="{4743FC69-7D2A-4DA2-8568-3A29898EFF39}" type="parTrans" cxnId="{1238BF7C-9B53-48AE-BFD6-729F464AE02C}">
      <dgm:prSet/>
      <dgm:spPr/>
      <dgm:t>
        <a:bodyPr/>
        <a:lstStyle/>
        <a:p>
          <a:endParaRPr lang="en-IN"/>
        </a:p>
      </dgm:t>
    </dgm:pt>
    <dgm:pt modelId="{4B388237-7BE9-4255-9AAB-5C7B942B09CB}" type="sibTrans" cxnId="{1238BF7C-9B53-48AE-BFD6-729F464AE02C}">
      <dgm:prSet/>
      <dgm:spPr/>
      <dgm:t>
        <a:bodyPr/>
        <a:lstStyle/>
        <a:p>
          <a:endParaRPr lang="en-IN"/>
        </a:p>
      </dgm:t>
    </dgm:pt>
    <dgm:pt modelId="{8BFA1B21-7A86-4272-8AB3-B715682BED94}">
      <dgm:prSet/>
      <dgm:spPr/>
      <dgm:t>
        <a:bodyPr/>
        <a:lstStyle/>
        <a:p>
          <a:pPr algn="ctr"/>
          <a:r>
            <a:rPr lang="en-IN"/>
            <a:t>New User Authentication</a:t>
          </a:r>
        </a:p>
      </dgm:t>
    </dgm:pt>
    <dgm:pt modelId="{B4360ED3-1871-4ABB-AB40-1C84724576DB}" type="parTrans" cxnId="{EADEC3B1-EAB9-49A8-8082-54E05C603087}">
      <dgm:prSet/>
      <dgm:spPr/>
      <dgm:t>
        <a:bodyPr/>
        <a:lstStyle/>
        <a:p>
          <a:endParaRPr lang="en-IN"/>
        </a:p>
      </dgm:t>
    </dgm:pt>
    <dgm:pt modelId="{A050339E-81E9-4390-A546-019D8BB6F781}" type="sibTrans" cxnId="{EADEC3B1-EAB9-49A8-8082-54E05C603087}">
      <dgm:prSet/>
      <dgm:spPr/>
      <dgm:t>
        <a:bodyPr/>
        <a:lstStyle/>
        <a:p>
          <a:endParaRPr lang="en-IN"/>
        </a:p>
      </dgm:t>
    </dgm:pt>
    <dgm:pt modelId="{C2A26EE0-276A-415B-A911-AFF121BF8B22}" type="pres">
      <dgm:prSet presAssocID="{59464FF6-F517-42D1-A94B-9A3008CC7BE6}" presName="Name0" presStyleCnt="0">
        <dgm:presLayoutVars>
          <dgm:dir/>
          <dgm:animLvl val="lvl"/>
          <dgm:resizeHandles val="exact"/>
        </dgm:presLayoutVars>
      </dgm:prSet>
      <dgm:spPr/>
    </dgm:pt>
    <dgm:pt modelId="{671273AD-25F9-44B1-8546-A6CF950A72E2}" type="pres">
      <dgm:prSet presAssocID="{9D4EE1B6-2BAE-477A-B859-57C8068D716E}" presName="boxAndChildren" presStyleCnt="0"/>
      <dgm:spPr/>
    </dgm:pt>
    <dgm:pt modelId="{360E0D64-6001-437C-A3FD-223C6A7A5EF8}" type="pres">
      <dgm:prSet presAssocID="{9D4EE1B6-2BAE-477A-B859-57C8068D716E}" presName="parentTextBox" presStyleLbl="node1" presStyleIdx="0" presStyleCnt="4" custLinFactY="4171" custLinFactNeighborX="-4179" custLinFactNeighborY="100000"/>
      <dgm:spPr/>
    </dgm:pt>
    <dgm:pt modelId="{62AB7D4C-D1A4-4C11-A038-083DD807FB5A}" type="pres">
      <dgm:prSet presAssocID="{78970BA0-F88C-44F8-A9FE-A68EE81872D2}" presName="sp" presStyleCnt="0"/>
      <dgm:spPr/>
    </dgm:pt>
    <dgm:pt modelId="{381A54A5-3B56-473D-80DF-D00F4CA12F78}" type="pres">
      <dgm:prSet presAssocID="{9E3D14C5-EB20-4F2A-BCA8-A4AA88CF1BF3}" presName="arrowAndChildren" presStyleCnt="0"/>
      <dgm:spPr/>
    </dgm:pt>
    <dgm:pt modelId="{F8F12B02-3264-440A-A33C-FE98BA64AA5D}" type="pres">
      <dgm:prSet presAssocID="{9E3D14C5-EB20-4F2A-BCA8-A4AA88CF1BF3}" presName="parentTextArrow" presStyleLbl="node1" presStyleIdx="1" presStyleCnt="4" custAng="0" custScaleX="18151" custLinFactNeighborX="0" custLinFactNeighborY="10409"/>
      <dgm:spPr/>
    </dgm:pt>
    <dgm:pt modelId="{3BC44CF5-0C44-48E8-950A-5108DD8B44F1}" type="pres">
      <dgm:prSet presAssocID="{A050339E-81E9-4390-A546-019D8BB6F781}" presName="sp" presStyleCnt="0"/>
      <dgm:spPr/>
    </dgm:pt>
    <dgm:pt modelId="{D04DC0D2-1D03-4E56-BE8F-74E9B29E569B}" type="pres">
      <dgm:prSet presAssocID="{8BFA1B21-7A86-4272-8AB3-B715682BED94}" presName="arrowAndChildren" presStyleCnt="0"/>
      <dgm:spPr/>
    </dgm:pt>
    <dgm:pt modelId="{DE557198-8D11-432D-ACB9-97A92FDE7FE3}" type="pres">
      <dgm:prSet presAssocID="{8BFA1B21-7A86-4272-8AB3-B715682BED94}" presName="parentTextArrow" presStyleLbl="node1" presStyleIdx="2" presStyleCnt="4" custLinFactNeighborY="24745"/>
      <dgm:spPr/>
    </dgm:pt>
    <dgm:pt modelId="{6AB79527-30B1-4097-8642-BA8E613EE199}" type="pres">
      <dgm:prSet presAssocID="{CC163963-9ED9-4805-86A7-F88B00451252}" presName="sp" presStyleCnt="0"/>
      <dgm:spPr/>
    </dgm:pt>
    <dgm:pt modelId="{8DF57EC2-849A-4B82-9F30-2A3C91FAC3EF}" type="pres">
      <dgm:prSet presAssocID="{662E5EC5-A69D-408F-80D5-C15773A61DF4}" presName="arrowAndChildren" presStyleCnt="0"/>
      <dgm:spPr/>
    </dgm:pt>
    <dgm:pt modelId="{FAD43DB6-899D-4A6C-A13A-C5144837F968}" type="pres">
      <dgm:prSet presAssocID="{662E5EC5-A69D-408F-80D5-C15773A61DF4}" presName="parentTextArrow" presStyleLbl="node1" presStyleIdx="3" presStyleCnt="4" custLinFactNeighborX="41579" custLinFactNeighborY="22899"/>
      <dgm:spPr/>
    </dgm:pt>
  </dgm:ptLst>
  <dgm:cxnLst>
    <dgm:cxn modelId="{121A3B03-3F19-46FA-9359-3C72C46913FD}" type="presOf" srcId="{662E5EC5-A69D-408F-80D5-C15773A61DF4}" destId="{FAD43DB6-899D-4A6C-A13A-C5144837F968}" srcOrd="0" destOrd="0" presId="urn:microsoft.com/office/officeart/2005/8/layout/process4"/>
    <dgm:cxn modelId="{244F0325-ABFA-4F29-A997-52A0D08711FE}" type="presOf" srcId="{9E3D14C5-EB20-4F2A-BCA8-A4AA88CF1BF3}" destId="{F8F12B02-3264-440A-A33C-FE98BA64AA5D}" srcOrd="0" destOrd="0" presId="urn:microsoft.com/office/officeart/2005/8/layout/process4"/>
    <dgm:cxn modelId="{9AD3CA3A-8328-4F51-9F54-BEB26CA5D632}" srcId="{59464FF6-F517-42D1-A94B-9A3008CC7BE6}" destId="{662E5EC5-A69D-408F-80D5-C15773A61DF4}" srcOrd="0" destOrd="0" parTransId="{DA4600CB-2503-4A7B-9380-E1650A5339DC}" sibTransId="{CC163963-9ED9-4805-86A7-F88B00451252}"/>
    <dgm:cxn modelId="{1238BF7C-9B53-48AE-BFD6-729F464AE02C}" srcId="{59464FF6-F517-42D1-A94B-9A3008CC7BE6}" destId="{9D4EE1B6-2BAE-477A-B859-57C8068D716E}" srcOrd="3" destOrd="0" parTransId="{4743FC69-7D2A-4DA2-8568-3A29898EFF39}" sibTransId="{4B388237-7BE9-4255-9AAB-5C7B942B09CB}"/>
    <dgm:cxn modelId="{EADEC3B1-EAB9-49A8-8082-54E05C603087}" srcId="{59464FF6-F517-42D1-A94B-9A3008CC7BE6}" destId="{8BFA1B21-7A86-4272-8AB3-B715682BED94}" srcOrd="1" destOrd="0" parTransId="{B4360ED3-1871-4ABB-AB40-1C84724576DB}" sibTransId="{A050339E-81E9-4390-A546-019D8BB6F781}"/>
    <dgm:cxn modelId="{50F267B5-3130-418E-85FB-043C0BF423A4}" type="presOf" srcId="{9D4EE1B6-2BAE-477A-B859-57C8068D716E}" destId="{360E0D64-6001-437C-A3FD-223C6A7A5EF8}" srcOrd="0" destOrd="0" presId="urn:microsoft.com/office/officeart/2005/8/layout/process4"/>
    <dgm:cxn modelId="{C79812C2-D10C-4C60-B92D-B6597831C7BB}" type="presOf" srcId="{8BFA1B21-7A86-4272-8AB3-B715682BED94}" destId="{DE557198-8D11-432D-ACB9-97A92FDE7FE3}" srcOrd="0" destOrd="0" presId="urn:microsoft.com/office/officeart/2005/8/layout/process4"/>
    <dgm:cxn modelId="{4DF4A9CC-1DE6-49D4-8FD2-FD539B73B938}" srcId="{59464FF6-F517-42D1-A94B-9A3008CC7BE6}" destId="{9E3D14C5-EB20-4F2A-BCA8-A4AA88CF1BF3}" srcOrd="2" destOrd="0" parTransId="{DFE42630-69D8-4161-93E7-B390E76CF439}" sibTransId="{78970BA0-F88C-44F8-A9FE-A68EE81872D2}"/>
    <dgm:cxn modelId="{08B892F4-C98A-4BFE-BD53-0FC701548DA7}" type="presOf" srcId="{59464FF6-F517-42D1-A94B-9A3008CC7BE6}" destId="{C2A26EE0-276A-415B-A911-AFF121BF8B22}" srcOrd="0" destOrd="0" presId="urn:microsoft.com/office/officeart/2005/8/layout/process4"/>
    <dgm:cxn modelId="{7FB4F4A3-A564-4782-9D09-68C95EFEF0BD}" type="presParOf" srcId="{C2A26EE0-276A-415B-A911-AFF121BF8B22}" destId="{671273AD-25F9-44B1-8546-A6CF950A72E2}" srcOrd="0" destOrd="0" presId="urn:microsoft.com/office/officeart/2005/8/layout/process4"/>
    <dgm:cxn modelId="{1E8C3205-09DA-435C-A791-BDC5E00C6B23}" type="presParOf" srcId="{671273AD-25F9-44B1-8546-A6CF950A72E2}" destId="{360E0D64-6001-437C-A3FD-223C6A7A5EF8}" srcOrd="0" destOrd="0" presId="urn:microsoft.com/office/officeart/2005/8/layout/process4"/>
    <dgm:cxn modelId="{99666374-476D-4884-9CAA-0820A78C7839}" type="presParOf" srcId="{C2A26EE0-276A-415B-A911-AFF121BF8B22}" destId="{62AB7D4C-D1A4-4C11-A038-083DD807FB5A}" srcOrd="1" destOrd="0" presId="urn:microsoft.com/office/officeart/2005/8/layout/process4"/>
    <dgm:cxn modelId="{D9A275C0-F90F-4E42-8F31-880B65D01574}" type="presParOf" srcId="{C2A26EE0-276A-415B-A911-AFF121BF8B22}" destId="{381A54A5-3B56-473D-80DF-D00F4CA12F78}" srcOrd="2" destOrd="0" presId="urn:microsoft.com/office/officeart/2005/8/layout/process4"/>
    <dgm:cxn modelId="{EB128B08-D6A1-4FE4-84A2-9D890BB19E1B}" type="presParOf" srcId="{381A54A5-3B56-473D-80DF-D00F4CA12F78}" destId="{F8F12B02-3264-440A-A33C-FE98BA64AA5D}" srcOrd="0" destOrd="0" presId="urn:microsoft.com/office/officeart/2005/8/layout/process4"/>
    <dgm:cxn modelId="{9DE46732-0B06-43E6-8212-5048366A87C0}" type="presParOf" srcId="{C2A26EE0-276A-415B-A911-AFF121BF8B22}" destId="{3BC44CF5-0C44-48E8-950A-5108DD8B44F1}" srcOrd="3" destOrd="0" presId="urn:microsoft.com/office/officeart/2005/8/layout/process4"/>
    <dgm:cxn modelId="{53F198DC-22D4-4A03-A0CA-38DDA4400BBA}" type="presParOf" srcId="{C2A26EE0-276A-415B-A911-AFF121BF8B22}" destId="{D04DC0D2-1D03-4E56-BE8F-74E9B29E569B}" srcOrd="4" destOrd="0" presId="urn:microsoft.com/office/officeart/2005/8/layout/process4"/>
    <dgm:cxn modelId="{3FA603BB-7062-4EFB-A3E9-EF2007E1210D}" type="presParOf" srcId="{D04DC0D2-1D03-4E56-BE8F-74E9B29E569B}" destId="{DE557198-8D11-432D-ACB9-97A92FDE7FE3}" srcOrd="0" destOrd="0" presId="urn:microsoft.com/office/officeart/2005/8/layout/process4"/>
    <dgm:cxn modelId="{D5EDC951-788F-48AB-88E1-AEA8690BC58E}" type="presParOf" srcId="{C2A26EE0-276A-415B-A911-AFF121BF8B22}" destId="{6AB79527-30B1-4097-8642-BA8E613EE199}" srcOrd="5" destOrd="0" presId="urn:microsoft.com/office/officeart/2005/8/layout/process4"/>
    <dgm:cxn modelId="{1F4AD64F-48A2-46F8-9082-737F5BD638BA}" type="presParOf" srcId="{C2A26EE0-276A-415B-A911-AFF121BF8B22}" destId="{8DF57EC2-849A-4B82-9F30-2A3C91FAC3EF}" srcOrd="6" destOrd="0" presId="urn:microsoft.com/office/officeart/2005/8/layout/process4"/>
    <dgm:cxn modelId="{BC9741FD-5A9B-47FA-BB7D-B0D25F4DADF7}" type="presParOf" srcId="{8DF57EC2-849A-4B82-9F30-2A3C91FAC3EF}" destId="{FAD43DB6-899D-4A6C-A13A-C5144837F968}" srcOrd="0" destOrd="0" presId="urn:microsoft.com/office/officeart/2005/8/layout/process4"/>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3F2BF5-AF71-4B9E-BEAC-1F5D6F7FC7C9}">
      <dsp:nvSpPr>
        <dsp:cNvPr id="0" name=""/>
        <dsp:cNvSpPr/>
      </dsp:nvSpPr>
      <dsp:spPr>
        <a:xfrm>
          <a:off x="1162050" y="361750"/>
          <a:ext cx="822158" cy="423968"/>
        </a:xfrm>
        <a:custGeom>
          <a:avLst/>
          <a:gdLst/>
          <a:ahLst/>
          <a:cxnLst/>
          <a:rect l="0" t="0" r="0" b="0"/>
          <a:pathLst>
            <a:path>
              <a:moveTo>
                <a:pt x="0" y="0"/>
              </a:moveTo>
              <a:lnTo>
                <a:pt x="0" y="352624"/>
              </a:lnTo>
              <a:lnTo>
                <a:pt x="822158" y="352624"/>
              </a:lnTo>
              <a:lnTo>
                <a:pt x="822158" y="42396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5CBDF4-C290-4F6A-8159-1406E2A38CEF}">
      <dsp:nvSpPr>
        <dsp:cNvPr id="0" name=""/>
        <dsp:cNvSpPr/>
      </dsp:nvSpPr>
      <dsp:spPr>
        <a:xfrm>
          <a:off x="1116330" y="361750"/>
          <a:ext cx="91440" cy="423968"/>
        </a:xfrm>
        <a:custGeom>
          <a:avLst/>
          <a:gdLst/>
          <a:ahLst/>
          <a:cxnLst/>
          <a:rect l="0" t="0" r="0" b="0"/>
          <a:pathLst>
            <a:path>
              <a:moveTo>
                <a:pt x="45720" y="0"/>
              </a:moveTo>
              <a:lnTo>
                <a:pt x="45720" y="42396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886C1C-5B64-4EB1-9BA4-EF9C2F10D767}">
      <dsp:nvSpPr>
        <dsp:cNvPr id="0" name=""/>
        <dsp:cNvSpPr/>
      </dsp:nvSpPr>
      <dsp:spPr>
        <a:xfrm>
          <a:off x="339891" y="361750"/>
          <a:ext cx="822158" cy="423968"/>
        </a:xfrm>
        <a:custGeom>
          <a:avLst/>
          <a:gdLst/>
          <a:ahLst/>
          <a:cxnLst/>
          <a:rect l="0" t="0" r="0" b="0"/>
          <a:pathLst>
            <a:path>
              <a:moveTo>
                <a:pt x="822158" y="0"/>
              </a:moveTo>
              <a:lnTo>
                <a:pt x="822158" y="352624"/>
              </a:lnTo>
              <a:lnTo>
                <a:pt x="0" y="352624"/>
              </a:lnTo>
              <a:lnTo>
                <a:pt x="0" y="42396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EF7CB1-7CE8-4AA3-94AD-60E4653A4608}">
      <dsp:nvSpPr>
        <dsp:cNvPr id="0" name=""/>
        <dsp:cNvSpPr/>
      </dsp:nvSpPr>
      <dsp:spPr>
        <a:xfrm>
          <a:off x="541085" y="22015"/>
          <a:ext cx="1241928" cy="33973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N" sz="1100" kern="1200"/>
            <a:t>Trending</a:t>
          </a:r>
        </a:p>
      </dsp:txBody>
      <dsp:txXfrm>
        <a:off x="541085" y="22015"/>
        <a:ext cx="1241928" cy="339735"/>
      </dsp:txXfrm>
    </dsp:sp>
    <dsp:sp modelId="{68D65F8E-A599-4A38-9B95-EB7AED4F1348}">
      <dsp:nvSpPr>
        <dsp:cNvPr id="0" name=""/>
        <dsp:cNvSpPr/>
      </dsp:nvSpPr>
      <dsp:spPr>
        <a:xfrm>
          <a:off x="156" y="785719"/>
          <a:ext cx="679470" cy="33973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N" sz="1100" kern="1200"/>
            <a:t>Hollywood</a:t>
          </a:r>
        </a:p>
      </dsp:txBody>
      <dsp:txXfrm>
        <a:off x="156" y="785719"/>
        <a:ext cx="679470" cy="339735"/>
      </dsp:txXfrm>
    </dsp:sp>
    <dsp:sp modelId="{C861615D-FEA6-40DF-8384-6F6537E29AA7}">
      <dsp:nvSpPr>
        <dsp:cNvPr id="0" name=""/>
        <dsp:cNvSpPr/>
      </dsp:nvSpPr>
      <dsp:spPr>
        <a:xfrm>
          <a:off x="822314" y="785719"/>
          <a:ext cx="679470" cy="33973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N" sz="1100" kern="1200"/>
            <a:t>Tollywood</a:t>
          </a:r>
        </a:p>
      </dsp:txBody>
      <dsp:txXfrm>
        <a:off x="822314" y="785719"/>
        <a:ext cx="679470" cy="339735"/>
      </dsp:txXfrm>
    </dsp:sp>
    <dsp:sp modelId="{C6B633E4-790D-490F-A55C-AD1EAE805688}">
      <dsp:nvSpPr>
        <dsp:cNvPr id="0" name=""/>
        <dsp:cNvSpPr/>
      </dsp:nvSpPr>
      <dsp:spPr>
        <a:xfrm>
          <a:off x="1644473" y="785719"/>
          <a:ext cx="679470" cy="33973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N" sz="1100" kern="1200"/>
            <a:t>Bollywood</a:t>
          </a:r>
        </a:p>
      </dsp:txBody>
      <dsp:txXfrm>
        <a:off x="1644473" y="785719"/>
        <a:ext cx="679470" cy="3397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3A8BA6-9E2E-4647-B5E4-E6682CE90FEB}">
      <dsp:nvSpPr>
        <dsp:cNvPr id="0" name=""/>
        <dsp:cNvSpPr/>
      </dsp:nvSpPr>
      <dsp:spPr>
        <a:xfrm>
          <a:off x="1626860" y="517199"/>
          <a:ext cx="1217604" cy="171195"/>
        </a:xfrm>
        <a:custGeom>
          <a:avLst/>
          <a:gdLst/>
          <a:ahLst/>
          <a:cxnLst/>
          <a:rect l="0" t="0" r="0" b="0"/>
          <a:pathLst>
            <a:path>
              <a:moveTo>
                <a:pt x="0" y="0"/>
              </a:moveTo>
              <a:lnTo>
                <a:pt x="0" y="85597"/>
              </a:lnTo>
              <a:lnTo>
                <a:pt x="1217604" y="85597"/>
              </a:lnTo>
              <a:lnTo>
                <a:pt x="1217604" y="17119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E02EAA-1999-4E1E-9BF2-FC5FB810AE33}">
      <dsp:nvSpPr>
        <dsp:cNvPr id="0" name=""/>
        <dsp:cNvSpPr/>
      </dsp:nvSpPr>
      <dsp:spPr>
        <a:xfrm>
          <a:off x="1626860" y="517199"/>
          <a:ext cx="231191" cy="171195"/>
        </a:xfrm>
        <a:custGeom>
          <a:avLst/>
          <a:gdLst/>
          <a:ahLst/>
          <a:cxnLst/>
          <a:rect l="0" t="0" r="0" b="0"/>
          <a:pathLst>
            <a:path>
              <a:moveTo>
                <a:pt x="0" y="0"/>
              </a:moveTo>
              <a:lnTo>
                <a:pt x="0" y="85597"/>
              </a:lnTo>
              <a:lnTo>
                <a:pt x="231191" y="85597"/>
              </a:lnTo>
              <a:lnTo>
                <a:pt x="231191" y="17119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CBAFB1-8FBD-45D4-9EA4-C1CEEBF2267C}">
      <dsp:nvSpPr>
        <dsp:cNvPr id="0" name=""/>
        <dsp:cNvSpPr/>
      </dsp:nvSpPr>
      <dsp:spPr>
        <a:xfrm>
          <a:off x="640447" y="517199"/>
          <a:ext cx="986412" cy="171195"/>
        </a:xfrm>
        <a:custGeom>
          <a:avLst/>
          <a:gdLst/>
          <a:ahLst/>
          <a:cxnLst/>
          <a:rect l="0" t="0" r="0" b="0"/>
          <a:pathLst>
            <a:path>
              <a:moveTo>
                <a:pt x="986412" y="0"/>
              </a:moveTo>
              <a:lnTo>
                <a:pt x="986412" y="85597"/>
              </a:lnTo>
              <a:lnTo>
                <a:pt x="0" y="85597"/>
              </a:lnTo>
              <a:lnTo>
                <a:pt x="0" y="17119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D2BE28-B1A5-4F95-AFFB-5108AE67487F}">
      <dsp:nvSpPr>
        <dsp:cNvPr id="0" name=""/>
        <dsp:cNvSpPr/>
      </dsp:nvSpPr>
      <dsp:spPr>
        <a:xfrm>
          <a:off x="1219251" y="109590"/>
          <a:ext cx="815217" cy="40760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dirty="0"/>
            <a:t>Trending</a:t>
          </a:r>
        </a:p>
      </dsp:txBody>
      <dsp:txXfrm>
        <a:off x="1219251" y="109590"/>
        <a:ext cx="815217" cy="407608"/>
      </dsp:txXfrm>
    </dsp:sp>
    <dsp:sp modelId="{C2FCA218-99B3-429B-B56E-AEB387F875F8}">
      <dsp:nvSpPr>
        <dsp:cNvPr id="0" name=""/>
        <dsp:cNvSpPr/>
      </dsp:nvSpPr>
      <dsp:spPr>
        <a:xfrm>
          <a:off x="1646" y="688394"/>
          <a:ext cx="1277600" cy="40760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a:t>New Releases</a:t>
          </a:r>
        </a:p>
      </dsp:txBody>
      <dsp:txXfrm>
        <a:off x="1646" y="688394"/>
        <a:ext cx="1277600" cy="407608"/>
      </dsp:txXfrm>
    </dsp:sp>
    <dsp:sp modelId="{6406E82A-4CA6-490C-80CA-2BAD9B0D6255}">
      <dsp:nvSpPr>
        <dsp:cNvPr id="0" name=""/>
        <dsp:cNvSpPr/>
      </dsp:nvSpPr>
      <dsp:spPr>
        <a:xfrm>
          <a:off x="1450442" y="688394"/>
          <a:ext cx="815217" cy="40760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a:t>series</a:t>
          </a:r>
        </a:p>
      </dsp:txBody>
      <dsp:txXfrm>
        <a:off x="1450442" y="688394"/>
        <a:ext cx="815217" cy="407608"/>
      </dsp:txXfrm>
    </dsp:sp>
    <dsp:sp modelId="{50E3AD2F-A6B7-4372-940F-A31D602B612C}">
      <dsp:nvSpPr>
        <dsp:cNvPr id="0" name=""/>
        <dsp:cNvSpPr/>
      </dsp:nvSpPr>
      <dsp:spPr>
        <a:xfrm>
          <a:off x="2436855" y="688394"/>
          <a:ext cx="815217" cy="40760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a:t>Top Animes</a:t>
          </a:r>
        </a:p>
      </dsp:txBody>
      <dsp:txXfrm>
        <a:off x="2436855" y="688394"/>
        <a:ext cx="815217" cy="4076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0E0D64-6001-437C-A3FD-223C6A7A5EF8}">
      <dsp:nvSpPr>
        <dsp:cNvPr id="0" name=""/>
        <dsp:cNvSpPr/>
      </dsp:nvSpPr>
      <dsp:spPr>
        <a:xfrm>
          <a:off x="0" y="1670078"/>
          <a:ext cx="4417036" cy="3652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IN" sz="1300" kern="1200"/>
            <a:t>Login</a:t>
          </a:r>
        </a:p>
      </dsp:txBody>
      <dsp:txXfrm>
        <a:off x="0" y="1670078"/>
        <a:ext cx="4417036" cy="365220"/>
      </dsp:txXfrm>
    </dsp:sp>
    <dsp:sp modelId="{F8F12B02-3264-440A-A33C-FE98BA64AA5D}">
      <dsp:nvSpPr>
        <dsp:cNvPr id="0" name=""/>
        <dsp:cNvSpPr/>
      </dsp:nvSpPr>
      <dsp:spPr>
        <a:xfrm rot="10800000">
          <a:off x="1807649" y="1171623"/>
          <a:ext cx="801736" cy="561709"/>
        </a:xfrm>
        <a:prstGeom prst="upArrowCallou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IN" sz="1300" kern="1200"/>
            <a:t>Signup</a:t>
          </a:r>
        </a:p>
      </dsp:txBody>
      <dsp:txXfrm rot="10800000">
        <a:off x="1807649" y="1171623"/>
        <a:ext cx="801736" cy="364982"/>
      </dsp:txXfrm>
    </dsp:sp>
    <dsp:sp modelId="{DE557198-8D11-432D-ACB9-97A92FDE7FE3}">
      <dsp:nvSpPr>
        <dsp:cNvPr id="0" name=""/>
        <dsp:cNvSpPr/>
      </dsp:nvSpPr>
      <dsp:spPr>
        <a:xfrm rot="10800000">
          <a:off x="0" y="695918"/>
          <a:ext cx="4417036" cy="561709"/>
        </a:xfrm>
        <a:prstGeom prst="upArrowCallou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IN" sz="1300" kern="1200"/>
            <a:t>New User Authentication</a:t>
          </a:r>
        </a:p>
      </dsp:txBody>
      <dsp:txXfrm rot="10800000">
        <a:off x="0" y="695918"/>
        <a:ext cx="4417036" cy="364982"/>
      </dsp:txXfrm>
    </dsp:sp>
    <dsp:sp modelId="{FAD43DB6-899D-4A6C-A13A-C5144837F968}">
      <dsp:nvSpPr>
        <dsp:cNvPr id="0" name=""/>
        <dsp:cNvSpPr/>
      </dsp:nvSpPr>
      <dsp:spPr>
        <a:xfrm rot="10800000">
          <a:off x="0" y="129317"/>
          <a:ext cx="4417036" cy="561709"/>
        </a:xfrm>
        <a:prstGeom prst="upArrowCallou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IN" sz="1300" kern="1200"/>
            <a:t>MOVIE BREAK SYSTEM</a:t>
          </a:r>
        </a:p>
      </dsp:txBody>
      <dsp:txXfrm rot="10800000">
        <a:off x="0" y="129317"/>
        <a:ext cx="4417036" cy="36498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7D4C24-D9CF-449E-8365-0963C19A796E}" type="datetimeFigureOut">
              <a:rPr lang="en-IN" smtClean="0"/>
              <a:t>29-07-2021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7D6EB-3C11-4007-9963-DB943F58F29A}" type="slidenum">
              <a:rPr lang="en-IN" smtClean="0"/>
              <a:t>‹#›</a:t>
            </a:fld>
            <a:endParaRPr lang="en-IN"/>
          </a:p>
        </p:txBody>
      </p:sp>
    </p:spTree>
    <p:extLst>
      <p:ext uri="{BB962C8B-B14F-4D97-AF65-F5344CB8AC3E}">
        <p14:creationId xmlns:p14="http://schemas.microsoft.com/office/powerpoint/2010/main" val="3223723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F7D6EB-3C11-4007-9963-DB943F58F29A}" type="slidenum">
              <a:rPr lang="en-IN" smtClean="0"/>
              <a:t>12</a:t>
            </a:fld>
            <a:endParaRPr lang="en-IN"/>
          </a:p>
        </p:txBody>
      </p:sp>
    </p:spTree>
    <p:extLst>
      <p:ext uri="{BB962C8B-B14F-4D97-AF65-F5344CB8AC3E}">
        <p14:creationId xmlns:p14="http://schemas.microsoft.com/office/powerpoint/2010/main" val="541030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2164146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3082815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1894718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7118EB-1D93-4206-A00E-093C331F9004}" type="datetimeFigureOut">
              <a:rPr lang="en-IN" smtClean="0"/>
              <a:t>29-07-2021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3654074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118EB-1D93-4206-A00E-093C331F9004}" type="datetimeFigureOut">
              <a:rPr lang="en-IN" smtClean="0"/>
              <a:t>29-07-2021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1475960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7118EB-1D93-4206-A00E-093C331F9004}" type="datetimeFigureOut">
              <a:rPr lang="en-IN" smtClean="0"/>
              <a:t>29-07-2021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3453646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7118EB-1D93-4206-A00E-093C331F9004}" type="datetimeFigureOut">
              <a:rPr lang="en-IN" smtClean="0"/>
              <a:t>29-07-2021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1115719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7118EB-1D93-4206-A00E-093C331F9004}" type="datetimeFigureOut">
              <a:rPr lang="en-IN" smtClean="0"/>
              <a:t>29-07-2021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289861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7118EB-1D93-4206-A00E-093C331F9004}" type="datetimeFigureOut">
              <a:rPr lang="en-IN" smtClean="0"/>
              <a:t>29-07-2021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4226340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2761815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39191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1602276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93764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544633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2851211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7118EB-1D93-4206-A00E-093C331F9004}" type="datetimeFigureOut">
              <a:rPr lang="en-IN" smtClean="0"/>
              <a:t>29-07-2021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2EABFD-A362-4095-908A-C431C7ADA743}" type="slidenum">
              <a:rPr lang="en-IN" smtClean="0"/>
              <a:t>‹#›</a:t>
            </a:fld>
            <a:endParaRPr lang="en-IN"/>
          </a:p>
        </p:txBody>
      </p:sp>
    </p:spTree>
    <p:extLst>
      <p:ext uri="{BB962C8B-B14F-4D97-AF65-F5344CB8AC3E}">
        <p14:creationId xmlns:p14="http://schemas.microsoft.com/office/powerpoint/2010/main" val="110166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A7118EB-1D93-4206-A00E-093C331F9004}" type="datetimeFigureOut">
              <a:rPr lang="en-IN" smtClean="0"/>
              <a:t>29-07-2021</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12EABFD-A362-4095-908A-C431C7ADA743}" type="slidenum">
              <a:rPr lang="en-IN" smtClean="0"/>
              <a:t>‹#›</a:t>
            </a:fld>
            <a:endParaRPr lang="en-IN"/>
          </a:p>
        </p:txBody>
      </p:sp>
    </p:spTree>
    <p:extLst>
      <p:ext uri="{BB962C8B-B14F-4D97-AF65-F5344CB8AC3E}">
        <p14:creationId xmlns:p14="http://schemas.microsoft.com/office/powerpoint/2010/main" val="28803788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setplex.com/en/?utm_source=adamenfroy&amp;utm_medium=referral&amp;utm_campaign=bestOTTplatform" TargetMode="External"/><Relationship Id="rId2" Type="http://schemas.openxmlformats.org/officeDocument/2006/relationships/hyperlink" Target="https://www.uscreen.tv/?via=adam-enfroy" TargetMode="External"/><Relationship Id="rId1" Type="http://schemas.openxmlformats.org/officeDocument/2006/relationships/slideLayout" Target="../slideLayouts/slideLayout2.xml"/><Relationship Id="rId5" Type="http://schemas.openxmlformats.org/officeDocument/2006/relationships/hyperlink" Target="https://www.netflix.com/in/" TargetMode="External"/><Relationship Id="rId4" Type="http://schemas.openxmlformats.org/officeDocument/2006/relationships/hyperlink" Target="https://www.ibm.com/watson/media/ott-video-management-platform-and-servic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BCF3EA2-2139-4B26-9818-EF01AE4C1E19}"/>
              </a:ext>
            </a:extLst>
          </p:cNvPr>
          <p:cNvSpPr txBox="1"/>
          <p:nvPr/>
        </p:nvSpPr>
        <p:spPr>
          <a:xfrm>
            <a:off x="4054424" y="180520"/>
            <a:ext cx="3112478" cy="523220"/>
          </a:xfrm>
          <a:prstGeom prst="rect">
            <a:avLst/>
          </a:prstGeom>
          <a:noFill/>
          <a:ln>
            <a:solidFill>
              <a:srgbClr val="00B050"/>
            </a:solidFill>
          </a:ln>
        </p:spPr>
        <p:txBody>
          <a:bodyPr wrap="square">
            <a:spAutoFit/>
          </a:bodyPr>
          <a:lstStyle/>
          <a:p>
            <a:r>
              <a:rPr lang="en-IN" sz="2800" b="1" dirty="0">
                <a:solidFill>
                  <a:srgbClr val="000000"/>
                </a:solidFill>
                <a:effectLst/>
                <a:latin typeface="Times New Roman" panose="02020603050405020304" pitchFamily="18" charset="0"/>
                <a:ea typeface="Calibri" panose="020F0502020204030204" pitchFamily="34" charset="0"/>
              </a:rPr>
              <a:t>OTT-PLATFORM</a:t>
            </a:r>
            <a:endParaRPr lang="en-IN" sz="2800" dirty="0"/>
          </a:p>
        </p:txBody>
      </p:sp>
      <p:sp>
        <p:nvSpPr>
          <p:cNvPr id="12" name="TextBox 11">
            <a:extLst>
              <a:ext uri="{FF2B5EF4-FFF2-40B4-BE49-F238E27FC236}">
                <a16:creationId xmlns:a16="http://schemas.microsoft.com/office/drawing/2014/main" id="{11A5E31B-754A-42F2-A0D5-6B666B818D5B}"/>
              </a:ext>
            </a:extLst>
          </p:cNvPr>
          <p:cNvSpPr txBox="1"/>
          <p:nvPr/>
        </p:nvSpPr>
        <p:spPr>
          <a:xfrm>
            <a:off x="3215052" y="2896252"/>
            <a:ext cx="4795325" cy="399405"/>
          </a:xfrm>
          <a:prstGeom prst="rect">
            <a:avLst/>
          </a:prstGeom>
          <a:noFill/>
        </p:spPr>
        <p:txBody>
          <a:bodyPr wrap="square">
            <a:spAutoFit/>
          </a:bodyPr>
          <a:lstStyle/>
          <a:p>
            <a:pPr>
              <a:lnSpc>
                <a:spcPct val="107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P RAJESHWAR REDDY (160118735039)</a:t>
            </a:r>
          </a:p>
        </p:txBody>
      </p:sp>
      <p:sp>
        <p:nvSpPr>
          <p:cNvPr id="14" name="TextBox 13">
            <a:extLst>
              <a:ext uri="{FF2B5EF4-FFF2-40B4-BE49-F238E27FC236}">
                <a16:creationId xmlns:a16="http://schemas.microsoft.com/office/drawing/2014/main" id="{8E8FCE0E-935B-4E19-820A-78FFD7AEBC2E}"/>
              </a:ext>
            </a:extLst>
          </p:cNvPr>
          <p:cNvSpPr txBox="1"/>
          <p:nvPr/>
        </p:nvSpPr>
        <p:spPr>
          <a:xfrm>
            <a:off x="2331132" y="2526847"/>
            <a:ext cx="6559061"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rPr>
              <a:t>CHAITANYA BHARATHI INSTITUTE OF TECHNOLOGY</a:t>
            </a:r>
            <a:endParaRPr lang="en-IN" dirty="0"/>
          </a:p>
        </p:txBody>
      </p:sp>
      <p:pic>
        <p:nvPicPr>
          <p:cNvPr id="15" name="Picture 14" descr="Logo&#10;&#10;Description automatically generated with medium confidence">
            <a:extLst>
              <a:ext uri="{FF2B5EF4-FFF2-40B4-BE49-F238E27FC236}">
                <a16:creationId xmlns:a16="http://schemas.microsoft.com/office/drawing/2014/main" id="{6C198B6D-0B3B-457A-B079-2BD0AF0E9537}"/>
              </a:ext>
            </a:extLst>
          </p:cNvPr>
          <p:cNvPicPr/>
          <p:nvPr/>
        </p:nvPicPr>
        <p:blipFill>
          <a:blip r:embed="rId2">
            <a:extLst>
              <a:ext uri="{28A0092B-C50C-407E-A947-70E740481C1C}">
                <a14:useLocalDpi xmlns:a14="http://schemas.microsoft.com/office/drawing/2010/main" val="0"/>
              </a:ext>
            </a:extLst>
          </a:blip>
          <a:stretch>
            <a:fillRect/>
          </a:stretch>
        </p:blipFill>
        <p:spPr>
          <a:xfrm>
            <a:off x="4772463" y="887030"/>
            <a:ext cx="1676400" cy="1614805"/>
          </a:xfrm>
          <a:prstGeom prst="rect">
            <a:avLst/>
          </a:prstGeom>
        </p:spPr>
      </p:pic>
      <p:sp>
        <p:nvSpPr>
          <p:cNvPr id="11" name="TextBox 10">
            <a:extLst>
              <a:ext uri="{FF2B5EF4-FFF2-40B4-BE49-F238E27FC236}">
                <a16:creationId xmlns:a16="http://schemas.microsoft.com/office/drawing/2014/main" id="{6A44937F-171A-41F8-9D3F-68E77A34265E}"/>
              </a:ext>
            </a:extLst>
          </p:cNvPr>
          <p:cNvSpPr txBox="1"/>
          <p:nvPr/>
        </p:nvSpPr>
        <p:spPr>
          <a:xfrm>
            <a:off x="4004600" y="3250959"/>
            <a:ext cx="3094892" cy="369332"/>
          </a:xfrm>
          <a:prstGeom prst="rect">
            <a:avLst/>
          </a:prstGeom>
          <a:noFill/>
        </p:spPr>
        <p:txBody>
          <a:bodyPr wrap="square" rtlCol="0">
            <a:spAutoFit/>
          </a:bodyPr>
          <a:lstStyle/>
          <a:p>
            <a:r>
              <a:rPr lang="en-US" b="1" dirty="0"/>
              <a:t>Under the supervision of:</a:t>
            </a:r>
            <a:endParaRPr lang="en-IN" b="1" dirty="0"/>
          </a:p>
        </p:txBody>
      </p:sp>
      <p:sp>
        <p:nvSpPr>
          <p:cNvPr id="13" name="TextBox 12">
            <a:extLst>
              <a:ext uri="{FF2B5EF4-FFF2-40B4-BE49-F238E27FC236}">
                <a16:creationId xmlns:a16="http://schemas.microsoft.com/office/drawing/2014/main" id="{D31AB42E-2B62-489E-9621-5C992F4F4767}"/>
              </a:ext>
            </a:extLst>
          </p:cNvPr>
          <p:cNvSpPr txBox="1"/>
          <p:nvPr/>
        </p:nvSpPr>
        <p:spPr>
          <a:xfrm>
            <a:off x="4772463" y="3605161"/>
            <a:ext cx="1298918" cy="400110"/>
          </a:xfrm>
          <a:prstGeom prst="rect">
            <a:avLst/>
          </a:prstGeom>
          <a:noFill/>
        </p:spPr>
        <p:txBody>
          <a:bodyPr wrap="square" rtlCol="0">
            <a:spAutoFit/>
          </a:bodyPr>
          <a:lstStyle/>
          <a:p>
            <a:r>
              <a:rPr lang="en-US" sz="2000" b="1" dirty="0"/>
              <a:t>ARAVIND</a:t>
            </a:r>
            <a:endParaRPr lang="en-IN" sz="2000" b="1" dirty="0"/>
          </a:p>
        </p:txBody>
      </p:sp>
      <p:pic>
        <p:nvPicPr>
          <p:cNvPr id="18" name="Picture 17" descr="A picture containing text&#10;&#10;Description automatically generated">
            <a:extLst>
              <a:ext uri="{FF2B5EF4-FFF2-40B4-BE49-F238E27FC236}">
                <a16:creationId xmlns:a16="http://schemas.microsoft.com/office/drawing/2014/main" id="{C53F4D68-AAC7-41C8-9475-C3663ACCE68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316578" y="3952215"/>
            <a:ext cx="2588168" cy="2005069"/>
          </a:xfrm>
          <a:prstGeom prst="rect">
            <a:avLst/>
          </a:prstGeom>
        </p:spPr>
      </p:pic>
      <p:sp>
        <p:nvSpPr>
          <p:cNvPr id="20" name="TextBox 19">
            <a:extLst>
              <a:ext uri="{FF2B5EF4-FFF2-40B4-BE49-F238E27FC236}">
                <a16:creationId xmlns:a16="http://schemas.microsoft.com/office/drawing/2014/main" id="{9EDE9C1B-A050-439D-A6C2-0B502247FAA2}"/>
              </a:ext>
            </a:extLst>
          </p:cNvPr>
          <p:cNvSpPr txBox="1"/>
          <p:nvPr/>
        </p:nvSpPr>
        <p:spPr>
          <a:xfrm>
            <a:off x="4134138" y="5726451"/>
            <a:ext cx="6098344" cy="461665"/>
          </a:xfrm>
          <a:prstGeom prst="rect">
            <a:avLst/>
          </a:prstGeom>
          <a:noFill/>
        </p:spPr>
        <p:txBody>
          <a:bodyPr wrap="square">
            <a:spAutoFit/>
          </a:bodyPr>
          <a:lstStyle/>
          <a:p>
            <a:r>
              <a:rPr lang="en-IN" sz="2400" b="1" dirty="0">
                <a:latin typeface="Times New Roman" pitchFamily="18" charset="0"/>
                <a:cs typeface="Times New Roman" pitchFamily="18" charset="0"/>
              </a:rPr>
              <a:t>Exposys Data labs</a:t>
            </a:r>
          </a:p>
        </p:txBody>
      </p:sp>
    </p:spTree>
    <p:extLst>
      <p:ext uri="{BB962C8B-B14F-4D97-AF65-F5344CB8AC3E}">
        <p14:creationId xmlns:p14="http://schemas.microsoft.com/office/powerpoint/2010/main" val="855016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2D1CDE7-D034-4709-BB1F-F7779EFD689F}"/>
              </a:ext>
            </a:extLst>
          </p:cNvPr>
          <p:cNvSpPr>
            <a:spLocks noGrp="1"/>
          </p:cNvSpPr>
          <p:nvPr>
            <p:ph type="title"/>
          </p:nvPr>
        </p:nvSpPr>
        <p:spPr>
          <a:xfrm>
            <a:off x="457200" y="274638"/>
            <a:ext cx="8229600" cy="1143000"/>
          </a:xfrm>
        </p:spPr>
        <p:txBody>
          <a:bodyPr/>
          <a:lstStyle/>
          <a:p>
            <a:pPr algn="l"/>
            <a:r>
              <a:rPr lang="en-US" dirty="0">
                <a:solidFill>
                  <a:schemeClr val="tx1"/>
                </a:solidFill>
              </a:rPr>
              <a:t>Contents:</a:t>
            </a:r>
          </a:p>
        </p:txBody>
      </p:sp>
      <p:sp>
        <p:nvSpPr>
          <p:cNvPr id="5" name="Content Placeholder 2">
            <a:extLst>
              <a:ext uri="{FF2B5EF4-FFF2-40B4-BE49-F238E27FC236}">
                <a16:creationId xmlns:a16="http://schemas.microsoft.com/office/drawing/2014/main" id="{2B11A88D-F846-41DB-9129-54D8E6B16AB4}"/>
              </a:ext>
            </a:extLst>
          </p:cNvPr>
          <p:cNvSpPr>
            <a:spLocks noGrp="1"/>
          </p:cNvSpPr>
          <p:nvPr>
            <p:ph idx="1"/>
          </p:nvPr>
        </p:nvSpPr>
        <p:spPr>
          <a:xfrm>
            <a:off x="457200" y="1037493"/>
            <a:ext cx="8229600" cy="4525963"/>
          </a:xfrm>
        </p:spPr>
        <p:txBody>
          <a:bodyPr>
            <a:normAutofit/>
          </a:bodyPr>
          <a:lstStyle/>
          <a:p>
            <a:r>
              <a:rPr lang="en-US" sz="2000" dirty="0"/>
              <a:t>Abstract</a:t>
            </a:r>
          </a:p>
          <a:p>
            <a:r>
              <a:rPr lang="en-US" sz="2000" dirty="0"/>
              <a:t>Introduction</a:t>
            </a:r>
          </a:p>
          <a:p>
            <a:r>
              <a:rPr lang="en-US" sz="2000" dirty="0"/>
              <a:t>System Architecture</a:t>
            </a:r>
          </a:p>
          <a:p>
            <a:r>
              <a:rPr lang="en-US" sz="2000" dirty="0"/>
              <a:t>System Requirements</a:t>
            </a:r>
          </a:p>
          <a:p>
            <a:r>
              <a:rPr lang="en-US" sz="2000" dirty="0"/>
              <a:t>Implementation</a:t>
            </a:r>
          </a:p>
          <a:p>
            <a:r>
              <a:rPr lang="en-US" sz="2000" dirty="0"/>
              <a:t>Conclusion</a:t>
            </a:r>
          </a:p>
          <a:p>
            <a:r>
              <a:rPr lang="en-US" sz="2000" dirty="0"/>
              <a:t>References</a:t>
            </a:r>
          </a:p>
        </p:txBody>
      </p:sp>
    </p:spTree>
    <p:extLst>
      <p:ext uri="{BB962C8B-B14F-4D97-AF65-F5344CB8AC3E}">
        <p14:creationId xmlns:p14="http://schemas.microsoft.com/office/powerpoint/2010/main" val="1293512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6EA54-7DFF-444D-B5F0-F3B0E5BACB0D}"/>
              </a:ext>
            </a:extLst>
          </p:cNvPr>
          <p:cNvSpPr>
            <a:spLocks noGrp="1"/>
          </p:cNvSpPr>
          <p:nvPr>
            <p:ph type="title"/>
          </p:nvPr>
        </p:nvSpPr>
        <p:spPr>
          <a:xfrm>
            <a:off x="677334" y="609600"/>
            <a:ext cx="8596668" cy="515815"/>
          </a:xfrm>
        </p:spPr>
        <p:txBody>
          <a:bodyPr>
            <a:noAutofit/>
          </a:bodyPr>
          <a:lstStyle/>
          <a:p>
            <a:r>
              <a:rPr lang="en-US" sz="2800" b="1" u="sng" dirty="0">
                <a:solidFill>
                  <a:schemeClr val="tx1"/>
                </a:solidFill>
                <a:effectLst/>
                <a:latin typeface="Times New Roman" panose="02020603050405020304" pitchFamily="18" charset="0"/>
                <a:ea typeface="Times New Roman" panose="02020603050405020304" pitchFamily="18" charset="0"/>
              </a:rPr>
              <a:t>Abstract: -</a:t>
            </a:r>
            <a:endParaRPr lang="en-IN" sz="2800" dirty="0">
              <a:solidFill>
                <a:schemeClr val="tx1"/>
              </a:solidFill>
            </a:endParaRPr>
          </a:p>
        </p:txBody>
      </p:sp>
      <p:sp>
        <p:nvSpPr>
          <p:cNvPr id="3" name="Content Placeholder 2">
            <a:extLst>
              <a:ext uri="{FF2B5EF4-FFF2-40B4-BE49-F238E27FC236}">
                <a16:creationId xmlns:a16="http://schemas.microsoft.com/office/drawing/2014/main" id="{67B867D1-D877-441B-85CE-88B74A5C24E1}"/>
              </a:ext>
            </a:extLst>
          </p:cNvPr>
          <p:cNvSpPr>
            <a:spLocks noGrp="1"/>
          </p:cNvSpPr>
          <p:nvPr>
            <p:ph idx="1"/>
          </p:nvPr>
        </p:nvSpPr>
        <p:spPr>
          <a:xfrm>
            <a:off x="677334" y="1372798"/>
            <a:ext cx="8596668" cy="3880773"/>
          </a:xfrm>
        </p:spPr>
        <p:txBody>
          <a:bodyPr/>
          <a:lstStyle/>
          <a:p>
            <a:pPr marL="0" indent="0" algn="just">
              <a:buNone/>
            </a:pPr>
            <a:r>
              <a:rPr lang="en-IN" sz="2000" dirty="0">
                <a:effectLst/>
                <a:latin typeface="Calibri" panose="020F0502020204030204" pitchFamily="34" charset="0"/>
                <a:ea typeface="Calibri" panose="020F0502020204030204" pitchFamily="34" charset="0"/>
                <a:cs typeface="Times New Roman" panose="02020603050405020304" pitchFamily="18" charset="0"/>
              </a:rPr>
              <a:t>Today we are going through a period of lock-down which the people of India have never seen before, for such a long time. In such a situation, in the era of this technology and the Internet, anyone likes to spend their free time in front of the digital screen, where they have many options to see. The ever-increasing viewership of the OTT video streaming services and the big star's inclination towards this platform justifies this. Today, the time we spent looking at our screens has increased immensely. As the cinema halls shut and film release has been suspended amid nationwide, this technological shift by internet has created a new kind of viewing experience and that might end up changing the collective movie watching experience in cinema hall</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dirty="0"/>
          </a:p>
        </p:txBody>
      </p:sp>
    </p:spTree>
    <p:extLst>
      <p:ext uri="{BB962C8B-B14F-4D97-AF65-F5344CB8AC3E}">
        <p14:creationId xmlns:p14="http://schemas.microsoft.com/office/powerpoint/2010/main" val="2683787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59DA1-80A3-46D5-9096-9E3C84CA6CC2}"/>
              </a:ext>
            </a:extLst>
          </p:cNvPr>
          <p:cNvSpPr>
            <a:spLocks noGrp="1"/>
          </p:cNvSpPr>
          <p:nvPr>
            <p:ph type="title"/>
          </p:nvPr>
        </p:nvSpPr>
        <p:spPr/>
        <p:txBody>
          <a:bodyPr>
            <a:normAutofit/>
          </a:bodyPr>
          <a:lstStyle/>
          <a:p>
            <a:r>
              <a:rPr lang="en-US" sz="2800" b="1" u="sng" dirty="0">
                <a:solidFill>
                  <a:schemeClr val="tx1"/>
                </a:solidFill>
                <a:effectLst/>
                <a:latin typeface="Times New Roman" panose="02020603050405020304" pitchFamily="18" charset="0"/>
                <a:ea typeface="Times New Roman" panose="02020603050405020304" pitchFamily="18" charset="0"/>
              </a:rPr>
              <a:t>Introduction: -</a:t>
            </a:r>
            <a:endParaRPr lang="en-IN" sz="2800" dirty="0">
              <a:solidFill>
                <a:schemeClr val="tx1"/>
              </a:solidFill>
            </a:endParaRPr>
          </a:p>
        </p:txBody>
      </p:sp>
      <p:sp>
        <p:nvSpPr>
          <p:cNvPr id="3" name="Content Placeholder 2">
            <a:extLst>
              <a:ext uri="{FF2B5EF4-FFF2-40B4-BE49-F238E27FC236}">
                <a16:creationId xmlns:a16="http://schemas.microsoft.com/office/drawing/2014/main" id="{D01C33F3-B260-435B-A79C-A3BABE561F46}"/>
              </a:ext>
            </a:extLst>
          </p:cNvPr>
          <p:cNvSpPr>
            <a:spLocks noGrp="1"/>
          </p:cNvSpPr>
          <p:nvPr>
            <p:ph idx="1"/>
          </p:nvPr>
        </p:nvSpPr>
        <p:spPr/>
        <p:txBody>
          <a:bodyPr>
            <a:normAutofit fontScale="92500" lnSpcReduction="20000"/>
          </a:bodyPr>
          <a:lstStyle/>
          <a:p>
            <a:pPr algn="just">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By most definitions known today, OTT simply refers to </a:t>
            </a:r>
            <a:r>
              <a:rPr lang="en-IN" sz="1800" i="1" dirty="0">
                <a:effectLst/>
                <a:latin typeface="Calibri" panose="020F0502020204030204" pitchFamily="34" charset="0"/>
                <a:ea typeface="Calibri" panose="020F0502020204030204" pitchFamily="34" charset="0"/>
                <a:cs typeface="Times New Roman" panose="02020603050405020304" pitchFamily="18" charset="0"/>
              </a:rPr>
              <a:t>any </a:t>
            </a:r>
            <a:r>
              <a:rPr lang="en-IN" sz="1800" dirty="0">
                <a:effectLst/>
                <a:latin typeface="Calibri" panose="020F0502020204030204" pitchFamily="34" charset="0"/>
                <a:ea typeface="Calibri" panose="020F0502020204030204" pitchFamily="34" charset="0"/>
                <a:cs typeface="Times New Roman" panose="02020603050405020304" pitchFamily="18" charset="0"/>
              </a:rPr>
              <a:t>video streaming service delivering content to the users over the internet. Originally, this happened alongside (or usually on top of) a traditional platform like cable TV, hence ‘over the top’. An example here is HBO Go, which in many countries was only offered as a bonus for HBO cable subscribers. This restriction no longer exists today.</a:t>
            </a:r>
          </a:p>
          <a:p>
            <a:pPr algn="just">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OTT could also refer to the subscription model whereby the platform (e.g. Netflix) charges the fees on top of what you’d have to pay to your ISP or cable provider… Or allows you to avoid the fees of the operator (i.e. WhatsApp is a great example here, giving its subscribers the convenience of “free” “SMS” service using their internet connection. This definition would make WhatsApp an OTT platform).</a:t>
            </a:r>
          </a:p>
          <a:p>
            <a:pPr algn="just">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While OTT is commonly used to denote video content, many audio services fit this definition just as well. Spotify is to music what Netflix is to TV – offering a massive trove of music via the internet connection.</a:t>
            </a:r>
          </a:p>
          <a:p>
            <a:pPr marL="0" indent="0">
              <a:buNone/>
            </a:pPr>
            <a:endParaRPr lang="en-IN" dirty="0"/>
          </a:p>
        </p:txBody>
      </p:sp>
    </p:spTree>
    <p:extLst>
      <p:ext uri="{BB962C8B-B14F-4D97-AF65-F5344CB8AC3E}">
        <p14:creationId xmlns:p14="http://schemas.microsoft.com/office/powerpoint/2010/main" val="65484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ADB7B-175D-4F88-9354-BADFB37BB88F}"/>
              </a:ext>
            </a:extLst>
          </p:cNvPr>
          <p:cNvSpPr>
            <a:spLocks noGrp="1"/>
          </p:cNvSpPr>
          <p:nvPr>
            <p:ph type="title"/>
          </p:nvPr>
        </p:nvSpPr>
        <p:spPr>
          <a:xfrm>
            <a:off x="677334" y="609600"/>
            <a:ext cx="8596668" cy="515815"/>
          </a:xfrm>
        </p:spPr>
        <p:txBody>
          <a:bodyPr>
            <a:normAutofit fontScale="90000"/>
          </a:bodyPr>
          <a:lstStyle/>
          <a:p>
            <a:r>
              <a:rPr lang="en-US" sz="2800" b="1" u="sng" dirty="0">
                <a:solidFill>
                  <a:schemeClr val="tx1"/>
                </a:solidFill>
                <a:effectLst/>
                <a:latin typeface="Times New Roman" panose="02020603050405020304" pitchFamily="18" charset="0"/>
                <a:ea typeface="Times New Roman" panose="02020603050405020304" pitchFamily="18" charset="0"/>
              </a:rPr>
              <a:t>System Architecture: -</a:t>
            </a:r>
            <a:endParaRPr lang="en-IN" sz="2800" dirty="0">
              <a:solidFill>
                <a:schemeClr val="tx1"/>
              </a:solidFill>
            </a:endParaRPr>
          </a:p>
        </p:txBody>
      </p:sp>
      <p:sp>
        <p:nvSpPr>
          <p:cNvPr id="4" name="Rectangle 3">
            <a:extLst>
              <a:ext uri="{FF2B5EF4-FFF2-40B4-BE49-F238E27FC236}">
                <a16:creationId xmlns:a16="http://schemas.microsoft.com/office/drawing/2014/main" id="{D6A001FC-096A-49EA-9656-C17BC6A50C82}"/>
              </a:ext>
            </a:extLst>
          </p:cNvPr>
          <p:cNvSpPr>
            <a:spLocks noChangeArrowheads="1"/>
          </p:cNvSpPr>
          <p:nvPr/>
        </p:nvSpPr>
        <p:spPr bwMode="auto">
          <a:xfrm>
            <a:off x="2767150" y="3454660"/>
            <a:ext cx="4417036" cy="285746"/>
          </a:xfrm>
          <a:prstGeom prst="rect">
            <a:avLst/>
          </a:prstGeom>
          <a:solidFill>
            <a:srgbClr val="92D050"/>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Movies Homepage</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graphicFrame>
        <p:nvGraphicFramePr>
          <p:cNvPr id="5" name="Diagram 4">
            <a:extLst>
              <a:ext uri="{FF2B5EF4-FFF2-40B4-BE49-F238E27FC236}">
                <a16:creationId xmlns:a16="http://schemas.microsoft.com/office/drawing/2014/main" id="{406FCA6C-9083-4043-9E0F-340B3025B3C0}"/>
              </a:ext>
            </a:extLst>
          </p:cNvPr>
          <p:cNvGraphicFramePr/>
          <p:nvPr>
            <p:extLst>
              <p:ext uri="{D42A27DB-BD31-4B8C-83A1-F6EECF244321}">
                <p14:modId xmlns:p14="http://schemas.microsoft.com/office/powerpoint/2010/main" val="1990868320"/>
              </p:ext>
            </p:extLst>
          </p:nvPr>
        </p:nvGraphicFramePr>
        <p:xfrm>
          <a:off x="2414565" y="4819650"/>
          <a:ext cx="2324100" cy="1428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09718CDA-5AEF-44F0-B50F-78CBC3A54018}"/>
              </a:ext>
            </a:extLst>
          </p:cNvPr>
          <p:cNvGraphicFramePr/>
          <p:nvPr>
            <p:extLst>
              <p:ext uri="{D42A27DB-BD31-4B8C-83A1-F6EECF244321}">
                <p14:modId xmlns:p14="http://schemas.microsoft.com/office/powerpoint/2010/main" val="187042270"/>
              </p:ext>
            </p:extLst>
          </p:nvPr>
        </p:nvGraphicFramePr>
        <p:xfrm>
          <a:off x="4938153" y="4819651"/>
          <a:ext cx="3253720" cy="120559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a:extLst>
              <a:ext uri="{FF2B5EF4-FFF2-40B4-BE49-F238E27FC236}">
                <a16:creationId xmlns:a16="http://schemas.microsoft.com/office/drawing/2014/main" id="{730DB0BC-5592-48B9-8558-46B1C7FDBF45}"/>
              </a:ext>
            </a:extLst>
          </p:cNvPr>
          <p:cNvGraphicFramePr/>
          <p:nvPr>
            <p:extLst>
              <p:ext uri="{D42A27DB-BD31-4B8C-83A1-F6EECF244321}">
                <p14:modId xmlns:p14="http://schemas.microsoft.com/office/powerpoint/2010/main" val="1646670867"/>
              </p:ext>
            </p:extLst>
          </p:nvPr>
        </p:nvGraphicFramePr>
        <p:xfrm>
          <a:off x="2767150" y="1081905"/>
          <a:ext cx="4417036" cy="20352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8" name="Arrow: Down 7">
            <a:extLst>
              <a:ext uri="{FF2B5EF4-FFF2-40B4-BE49-F238E27FC236}">
                <a16:creationId xmlns:a16="http://schemas.microsoft.com/office/drawing/2014/main" id="{E63E4AFC-2E2E-4E61-BE36-B02032707943}"/>
              </a:ext>
            </a:extLst>
          </p:cNvPr>
          <p:cNvSpPr/>
          <p:nvPr/>
        </p:nvSpPr>
        <p:spPr>
          <a:xfrm>
            <a:off x="4836140" y="3116793"/>
            <a:ext cx="279055" cy="337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 name="Arrow: Right 8">
            <a:extLst>
              <a:ext uri="{FF2B5EF4-FFF2-40B4-BE49-F238E27FC236}">
                <a16:creationId xmlns:a16="http://schemas.microsoft.com/office/drawing/2014/main" id="{A0696653-1AF6-46A3-BA8D-2FD4572DC333}"/>
              </a:ext>
            </a:extLst>
          </p:cNvPr>
          <p:cNvSpPr/>
          <p:nvPr/>
        </p:nvSpPr>
        <p:spPr>
          <a:xfrm>
            <a:off x="5353416" y="2335177"/>
            <a:ext cx="200025"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 name="Callout: Right Arrow 7">
            <a:extLst>
              <a:ext uri="{FF2B5EF4-FFF2-40B4-BE49-F238E27FC236}">
                <a16:creationId xmlns:a16="http://schemas.microsoft.com/office/drawing/2014/main" id="{8B5DF677-21F3-4093-BCE5-EE9BE27471F7}"/>
              </a:ext>
            </a:extLst>
          </p:cNvPr>
          <p:cNvSpPr>
            <a:spLocks noChangeArrowheads="1"/>
          </p:cNvSpPr>
          <p:nvPr/>
        </p:nvSpPr>
        <p:spPr bwMode="auto">
          <a:xfrm>
            <a:off x="5573004" y="2229188"/>
            <a:ext cx="1437396" cy="364378"/>
          </a:xfrm>
          <a:prstGeom prst="rightArrowCallout">
            <a:avLst>
              <a:gd name="adj1" fmla="val 17731"/>
              <a:gd name="adj2" fmla="val 23181"/>
              <a:gd name="adj3" fmla="val 41364"/>
              <a:gd name="adj4" fmla="val 78611"/>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Subscription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Flowchart: Process 8">
            <a:extLst>
              <a:ext uri="{FF2B5EF4-FFF2-40B4-BE49-F238E27FC236}">
                <a16:creationId xmlns:a16="http://schemas.microsoft.com/office/drawing/2014/main" id="{078CF8A4-4250-4AD9-B45E-DF50D6182812}"/>
              </a:ext>
            </a:extLst>
          </p:cNvPr>
          <p:cNvSpPr>
            <a:spLocks noChangeArrowheads="1"/>
          </p:cNvSpPr>
          <p:nvPr/>
        </p:nvSpPr>
        <p:spPr bwMode="auto">
          <a:xfrm>
            <a:off x="6990837" y="2175680"/>
            <a:ext cx="939238" cy="515815"/>
          </a:xfrm>
          <a:prstGeom prst="flowChartProcess">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Payment</a:t>
            </a:r>
            <a:endParaRPr kumimoji="0" lang="en-US" altLang="en-US" sz="11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Gateway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Arrow: Left-Right-Up 11">
            <a:extLst>
              <a:ext uri="{FF2B5EF4-FFF2-40B4-BE49-F238E27FC236}">
                <a16:creationId xmlns:a16="http://schemas.microsoft.com/office/drawing/2014/main" id="{AD8418BA-7E4C-47DF-8FE6-F0D5FB2E08EE}"/>
              </a:ext>
            </a:extLst>
          </p:cNvPr>
          <p:cNvSpPr/>
          <p:nvPr/>
        </p:nvSpPr>
        <p:spPr>
          <a:xfrm>
            <a:off x="4083174" y="3755198"/>
            <a:ext cx="2012826" cy="451642"/>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3" name="Callout: Down Arrow 11">
            <a:extLst>
              <a:ext uri="{FF2B5EF4-FFF2-40B4-BE49-F238E27FC236}">
                <a16:creationId xmlns:a16="http://schemas.microsoft.com/office/drawing/2014/main" id="{B21058BA-BBA6-4712-A29F-0EB223B97DF4}"/>
              </a:ext>
            </a:extLst>
          </p:cNvPr>
          <p:cNvSpPr>
            <a:spLocks noChangeArrowheads="1"/>
          </p:cNvSpPr>
          <p:nvPr/>
        </p:nvSpPr>
        <p:spPr bwMode="auto">
          <a:xfrm>
            <a:off x="3086055" y="3914128"/>
            <a:ext cx="981120" cy="911743"/>
          </a:xfrm>
          <a:prstGeom prst="downArrowCallout">
            <a:avLst>
              <a:gd name="adj1" fmla="val 25000"/>
              <a:gd name="adj2" fmla="val 25000"/>
              <a:gd name="adj3" fmla="val 25002"/>
              <a:gd name="adj4" fmla="val 6497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Movies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Callout: Down Arrow 12">
            <a:extLst>
              <a:ext uri="{FF2B5EF4-FFF2-40B4-BE49-F238E27FC236}">
                <a16:creationId xmlns:a16="http://schemas.microsoft.com/office/drawing/2014/main" id="{E1CDC3C3-81F9-4DB6-AF31-9CE5F7A04B9C}"/>
              </a:ext>
            </a:extLst>
          </p:cNvPr>
          <p:cNvSpPr>
            <a:spLocks noChangeArrowheads="1"/>
          </p:cNvSpPr>
          <p:nvPr/>
        </p:nvSpPr>
        <p:spPr bwMode="auto">
          <a:xfrm>
            <a:off x="6096000" y="3914128"/>
            <a:ext cx="981120" cy="997092"/>
          </a:xfrm>
          <a:prstGeom prst="downArrowCallout">
            <a:avLst>
              <a:gd name="adj1" fmla="val 25000"/>
              <a:gd name="adj2" fmla="val 27248"/>
              <a:gd name="adj3" fmla="val 24794"/>
              <a:gd name="adj4" fmla="val 6497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TV Series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2">
            <a:extLst>
              <a:ext uri="{FF2B5EF4-FFF2-40B4-BE49-F238E27FC236}">
                <a16:creationId xmlns:a16="http://schemas.microsoft.com/office/drawing/2014/main" id="{40DC3E7B-1992-4219-B442-B5A4485AABDB}"/>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6">
            <a:extLst>
              <a:ext uri="{FF2B5EF4-FFF2-40B4-BE49-F238E27FC236}">
                <a16:creationId xmlns:a16="http://schemas.microsoft.com/office/drawing/2014/main" id="{6479C676-9FBD-4EAC-809D-707BAA0352BB}"/>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7" name="Rectangle 17">
            <a:extLst>
              <a:ext uri="{FF2B5EF4-FFF2-40B4-BE49-F238E27FC236}">
                <a16:creationId xmlns:a16="http://schemas.microsoft.com/office/drawing/2014/main" id="{23BDED68-67E9-49AD-8C8C-84E2E81597EE}"/>
              </a:ext>
            </a:extLst>
          </p:cNvPr>
          <p:cNvSpPr>
            <a:spLocks noChangeArrowheads="1"/>
          </p:cNvSpPr>
          <p:nvPr/>
        </p:nvSpPr>
        <p:spPr bwMode="auto">
          <a:xfrm>
            <a:off x="152400" y="3943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8" name="Rectangle 20">
            <a:extLst>
              <a:ext uri="{FF2B5EF4-FFF2-40B4-BE49-F238E27FC236}">
                <a16:creationId xmlns:a16="http://schemas.microsoft.com/office/drawing/2014/main" id="{36396C29-433E-4F92-8104-73C90571B1C2}"/>
              </a:ext>
            </a:extLst>
          </p:cNvPr>
          <p:cNvSpPr>
            <a:spLocks noChangeArrowheads="1"/>
          </p:cNvSpPr>
          <p:nvPr/>
        </p:nvSpPr>
        <p:spPr bwMode="auto">
          <a:xfrm>
            <a:off x="152400" y="3943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9" name="Rectangle 21">
            <a:extLst>
              <a:ext uri="{FF2B5EF4-FFF2-40B4-BE49-F238E27FC236}">
                <a16:creationId xmlns:a16="http://schemas.microsoft.com/office/drawing/2014/main" id="{F694A1EB-87B4-4174-ABE9-55D0703AD2F3}"/>
              </a:ext>
            </a:extLst>
          </p:cNvPr>
          <p:cNvSpPr>
            <a:spLocks noChangeArrowheads="1"/>
          </p:cNvSpPr>
          <p:nvPr/>
        </p:nvSpPr>
        <p:spPr bwMode="auto">
          <a:xfrm>
            <a:off x="152400" y="3943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9337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940E4-46CD-4D6B-AFAF-578D46177CF3}"/>
              </a:ext>
            </a:extLst>
          </p:cNvPr>
          <p:cNvSpPr>
            <a:spLocks noGrp="1"/>
          </p:cNvSpPr>
          <p:nvPr>
            <p:ph type="title"/>
          </p:nvPr>
        </p:nvSpPr>
        <p:spPr>
          <a:xfrm>
            <a:off x="677334" y="609600"/>
            <a:ext cx="8596668" cy="473612"/>
          </a:xfrm>
        </p:spPr>
        <p:txBody>
          <a:bodyPr>
            <a:normAutofit fontScale="90000"/>
          </a:bodyPr>
          <a:lstStyle/>
          <a:p>
            <a:r>
              <a:rPr lang="en-IN" sz="2800" b="1" u="sng" dirty="0">
                <a:solidFill>
                  <a:schemeClr val="tx1"/>
                </a:solidFill>
                <a:effectLst/>
                <a:latin typeface="Times New Roman" panose="02020603050405020304" pitchFamily="18" charset="0"/>
                <a:ea typeface="Times New Roman" panose="02020603050405020304" pitchFamily="18" charset="0"/>
              </a:rPr>
              <a:t>System Requirements: - </a:t>
            </a:r>
            <a:endParaRPr lang="en-IN" sz="2800" dirty="0">
              <a:solidFill>
                <a:schemeClr val="tx1"/>
              </a:solidFill>
            </a:endParaRPr>
          </a:p>
        </p:txBody>
      </p:sp>
      <p:sp>
        <p:nvSpPr>
          <p:cNvPr id="3" name="Content Placeholder 2">
            <a:extLst>
              <a:ext uri="{FF2B5EF4-FFF2-40B4-BE49-F238E27FC236}">
                <a16:creationId xmlns:a16="http://schemas.microsoft.com/office/drawing/2014/main" id="{35CACC1C-7E25-4A10-A30D-11720FE4A2E8}"/>
              </a:ext>
            </a:extLst>
          </p:cNvPr>
          <p:cNvSpPr>
            <a:spLocks noGrp="1"/>
          </p:cNvSpPr>
          <p:nvPr>
            <p:ph idx="1"/>
          </p:nvPr>
        </p:nvSpPr>
        <p:spPr>
          <a:xfrm>
            <a:off x="803944" y="1194608"/>
            <a:ext cx="8596668" cy="3880773"/>
          </a:xfrm>
        </p:spPr>
        <p:txBody>
          <a:bodyPr>
            <a:noAutofit/>
          </a:bodyPr>
          <a:lstStyle/>
          <a:p>
            <a:pPr>
              <a:lnSpc>
                <a:spcPct val="107000"/>
              </a:lnSpc>
              <a:spcAft>
                <a:spcPts val="800"/>
              </a:spcAft>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Hardware Requirements: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		 Hard Disk - 1TB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		RAM – 8GB</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latin typeface="Calibri Light" panose="020F0302020204030204" pitchFamily="34" charset="0"/>
                <a:ea typeface="Calibri" panose="020F0502020204030204" pitchFamily="34" charset="0"/>
                <a:cs typeface="Times New Roman" panose="02020603050405020304" pitchFamily="18" charset="0"/>
              </a:rPr>
              <a:t>		</a:t>
            </a:r>
            <a:r>
              <a:rPr lang="en-IN" sz="2400" dirty="0">
                <a:effectLst/>
                <a:latin typeface="Calibri Light" panose="020F0302020204030204" pitchFamily="34" charset="0"/>
                <a:ea typeface="Calibri" panose="020F0502020204030204" pitchFamily="34" charset="0"/>
                <a:cs typeface="Times New Roman" panose="02020603050405020304" pitchFamily="18" charset="0"/>
              </a:rPr>
              <a:t>Processor – Core i5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Software Requirements: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		Operating System - Windows 10-64bit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		Markup language - HTML5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		Language – CSS3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Calibri Light" panose="020F0302020204030204" pitchFamily="34" charset="0"/>
                <a:ea typeface="Calibri" panose="020F0502020204030204" pitchFamily="34" charset="0"/>
                <a:cs typeface="Times New Roman" panose="02020603050405020304" pitchFamily="18" charset="0"/>
              </a:rPr>
              <a:t>		Framework – Bootstrap5</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400" dirty="0"/>
          </a:p>
        </p:txBody>
      </p:sp>
    </p:spTree>
    <p:extLst>
      <p:ext uri="{BB962C8B-B14F-4D97-AF65-F5344CB8AC3E}">
        <p14:creationId xmlns:p14="http://schemas.microsoft.com/office/powerpoint/2010/main" val="374377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F7D30-2334-470D-8B9C-952EA0BF1CE3}"/>
              </a:ext>
            </a:extLst>
          </p:cNvPr>
          <p:cNvSpPr>
            <a:spLocks noGrp="1"/>
          </p:cNvSpPr>
          <p:nvPr>
            <p:ph type="title"/>
          </p:nvPr>
        </p:nvSpPr>
        <p:spPr>
          <a:xfrm>
            <a:off x="677334" y="609600"/>
            <a:ext cx="8596668" cy="431409"/>
          </a:xfrm>
        </p:spPr>
        <p:txBody>
          <a:bodyPr>
            <a:noAutofit/>
          </a:bodyPr>
          <a:lstStyle/>
          <a:p>
            <a:r>
              <a:rPr lang="en-IN" sz="2800" b="1" u="sng" dirty="0">
                <a:solidFill>
                  <a:schemeClr val="tx1"/>
                </a:solidFill>
                <a:effectLst/>
                <a:latin typeface="Times New Roman" panose="02020603050405020304" pitchFamily="18" charset="0"/>
                <a:ea typeface="Times New Roman" panose="02020603050405020304" pitchFamily="18" charset="0"/>
              </a:rPr>
              <a:t>Implementation: -</a:t>
            </a:r>
            <a:endParaRPr lang="en-IN" sz="2800" dirty="0">
              <a:solidFill>
                <a:schemeClr val="tx1"/>
              </a:solidFill>
            </a:endParaRPr>
          </a:p>
        </p:txBody>
      </p:sp>
      <p:sp>
        <p:nvSpPr>
          <p:cNvPr id="3" name="Content Placeholder 2">
            <a:extLst>
              <a:ext uri="{FF2B5EF4-FFF2-40B4-BE49-F238E27FC236}">
                <a16:creationId xmlns:a16="http://schemas.microsoft.com/office/drawing/2014/main" id="{521232A2-240D-4895-829F-070ED4AB0F17}"/>
              </a:ext>
            </a:extLst>
          </p:cNvPr>
          <p:cNvSpPr>
            <a:spLocks noGrp="1"/>
          </p:cNvSpPr>
          <p:nvPr>
            <p:ph idx="1"/>
          </p:nvPr>
        </p:nvSpPr>
        <p:spPr>
          <a:xfrm>
            <a:off x="677334" y="1264946"/>
            <a:ext cx="8596668" cy="3880773"/>
          </a:xfrm>
        </p:spPr>
        <p:txBody>
          <a:bodyPr>
            <a:normAutofit fontScale="25000" lnSpcReduction="20000"/>
          </a:bodyPr>
          <a:lstStyle/>
          <a:p>
            <a:pPr marL="0" indent="0">
              <a:lnSpc>
                <a:spcPct val="107000"/>
              </a:lnSpc>
              <a:spcAft>
                <a:spcPts val="800"/>
              </a:spcAft>
              <a:buNone/>
            </a:pPr>
            <a:r>
              <a:rPr lang="en-IN" sz="7200" dirty="0">
                <a:effectLst/>
                <a:latin typeface="Calibri" panose="020F0502020204030204" pitchFamily="34" charset="0"/>
                <a:ea typeface="Calibri" panose="020F0502020204030204" pitchFamily="34" charset="0"/>
                <a:cs typeface="Times New Roman" panose="02020603050405020304" pitchFamily="18" charset="0"/>
              </a:rPr>
              <a:t>Modules: </a:t>
            </a:r>
          </a:p>
          <a:p>
            <a:pPr marL="628650" indent="-285750">
              <a:lnSpc>
                <a:spcPct val="107000"/>
              </a:lnSpc>
              <a:spcAft>
                <a:spcPts val="800"/>
              </a:spcAft>
            </a:pPr>
            <a:r>
              <a:rPr lang="en-IN" sz="7200" dirty="0">
                <a:effectLst/>
                <a:latin typeface="Calibri Light" panose="020F0302020204030204" pitchFamily="34" charset="0"/>
                <a:ea typeface="Calibri" panose="020F0502020204030204" pitchFamily="34" charset="0"/>
                <a:cs typeface="Times New Roman" panose="02020603050405020304" pitchFamily="18" charset="0"/>
              </a:rPr>
              <a:t>User Module </a:t>
            </a:r>
            <a:endParaRPr lang="en-IN" sz="7200" dirty="0">
              <a:effectLst/>
              <a:latin typeface="Calibri" panose="020F0502020204030204" pitchFamily="34" charset="0"/>
              <a:ea typeface="Calibri" panose="020F0502020204030204" pitchFamily="34" charset="0"/>
              <a:cs typeface="Times New Roman" panose="02020603050405020304" pitchFamily="18" charset="0"/>
            </a:endParaRPr>
          </a:p>
          <a:p>
            <a:pPr marL="628650" indent="-285750">
              <a:lnSpc>
                <a:spcPct val="107000"/>
              </a:lnSpc>
              <a:spcAft>
                <a:spcPts val="800"/>
              </a:spcAft>
            </a:pPr>
            <a:r>
              <a:rPr lang="en-IN" sz="7200" dirty="0">
                <a:effectLst/>
                <a:latin typeface="Calibri Light" panose="020F0302020204030204" pitchFamily="34" charset="0"/>
                <a:ea typeface="Calibri" panose="020F0502020204030204" pitchFamily="34" charset="0"/>
                <a:cs typeface="Times New Roman" panose="02020603050405020304" pitchFamily="18" charset="0"/>
              </a:rPr>
              <a:t> Home Page</a:t>
            </a:r>
            <a:r>
              <a:rPr lang="en-IN" sz="72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Aft>
                <a:spcPts val="800"/>
              </a:spcAft>
              <a:buNone/>
            </a:pPr>
            <a:r>
              <a:rPr lang="en-IN" sz="7200" dirty="0">
                <a:effectLst/>
                <a:latin typeface="Calibri" panose="020F0502020204030204" pitchFamily="34" charset="0"/>
                <a:ea typeface="Calibri" panose="020F0502020204030204" pitchFamily="34" charset="0"/>
                <a:cs typeface="Times New Roman" panose="02020603050405020304" pitchFamily="18" charset="0"/>
              </a:rPr>
              <a:t>User Login: </a:t>
            </a:r>
          </a:p>
          <a:p>
            <a:pPr marL="0" indent="0" algn="just">
              <a:lnSpc>
                <a:spcPct val="107000"/>
              </a:lnSpc>
              <a:spcAft>
                <a:spcPts val="800"/>
              </a:spcAft>
              <a:buNone/>
            </a:pPr>
            <a:r>
              <a:rPr lang="en-IN" sz="7200" dirty="0">
                <a:effectLst/>
                <a:latin typeface="Calibri" panose="020F0502020204030204" pitchFamily="34" charset="0"/>
                <a:ea typeface="Calibri" panose="020F0502020204030204" pitchFamily="34" charset="0"/>
                <a:cs typeface="Calibri" panose="020F0502020204030204" pitchFamily="34" charset="0"/>
              </a:rPr>
              <a:t>		The user module allows users to register, log in, and log out. Users benefit from being able to sign on because this associates content they create with their account and allows various permissions to be set for their roles. The user module supports user roles, which can be set up with fine-grained permissions allowing each role to do only what the administrator permits. Each user is assigned one or more roles. By default there are three roles: anonymous (a user who has not logged in) and authenticated (a user who is registered), and administrator (a signed in user who will be assigned site administrator permissions). Users can use their own name or handle and can fine tune some personal configuration settings through their individual my account page. Registered users need to authenticate by supplying their username and password, or alternately an OpenID login. A visitor accessing your website is assigned a unique ID, the so-called session ID, which is stored in a cookie. For security's sake, the cookie does not contain personal information but acts as a key to retrieving the information stored on your server.</a:t>
            </a:r>
            <a:endParaRPr lang="en-IN" sz="7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95211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579BD-FD60-47A9-A061-3A1A856DD836}"/>
              </a:ext>
            </a:extLst>
          </p:cNvPr>
          <p:cNvSpPr>
            <a:spLocks noGrp="1"/>
          </p:cNvSpPr>
          <p:nvPr>
            <p:ph type="title"/>
          </p:nvPr>
        </p:nvSpPr>
        <p:spPr>
          <a:xfrm>
            <a:off x="677334" y="576775"/>
            <a:ext cx="2276882" cy="506437"/>
          </a:xfrm>
          <a:solidFill>
            <a:schemeClr val="bg1"/>
          </a:solidFill>
          <a:ln>
            <a:solidFill>
              <a:schemeClr val="bg1"/>
            </a:solidFill>
          </a:ln>
        </p:spPr>
        <p:txBody>
          <a:bodyPr>
            <a:normAutofit fontScale="90000"/>
          </a:bodyPr>
          <a:lstStyle/>
          <a:p>
            <a:r>
              <a:rPr lang="en-IN" sz="2800" b="1" u="sng" dirty="0">
                <a:solidFill>
                  <a:schemeClr val="tx1"/>
                </a:solidFill>
                <a:effectLst/>
                <a:latin typeface="Times New Roman" panose="02020603050405020304" pitchFamily="18" charset="0"/>
                <a:ea typeface="Times New Roman" panose="02020603050405020304" pitchFamily="18" charset="0"/>
              </a:rPr>
              <a:t>Signup Page: -</a:t>
            </a:r>
            <a:endParaRPr lang="en-IN" sz="2800" dirty="0"/>
          </a:p>
        </p:txBody>
      </p:sp>
      <p:sp>
        <p:nvSpPr>
          <p:cNvPr id="3" name="Content Placeholder 2">
            <a:extLst>
              <a:ext uri="{FF2B5EF4-FFF2-40B4-BE49-F238E27FC236}">
                <a16:creationId xmlns:a16="http://schemas.microsoft.com/office/drawing/2014/main" id="{A9063CAC-E99E-4B04-A5D3-ADCB88D17943}"/>
              </a:ext>
            </a:extLst>
          </p:cNvPr>
          <p:cNvSpPr>
            <a:spLocks noGrp="1"/>
          </p:cNvSpPr>
          <p:nvPr>
            <p:ph idx="1"/>
          </p:nvPr>
        </p:nvSpPr>
        <p:spPr>
          <a:xfrm>
            <a:off x="677334" y="1083213"/>
            <a:ext cx="8596668" cy="1181686"/>
          </a:xfrm>
        </p:spPr>
        <p:txBody>
          <a:bodyPr>
            <a:normAutofit fontScale="92500" lnSpcReduction="20000"/>
          </a:bodyPr>
          <a:lstStyle/>
          <a:p>
            <a:pPr marL="0" indent="0">
              <a:buNone/>
            </a:pPr>
            <a:r>
              <a:rPr lang="en-IN" dirty="0">
                <a:effectLst/>
                <a:latin typeface="Calibri" panose="020F0502020204030204" pitchFamily="34" charset="0"/>
                <a:ea typeface="Calibri" panose="020F0502020204030204" pitchFamily="34" charset="0"/>
                <a:cs typeface="Times New Roman" panose="02020603050405020304" pitchFamily="18" charset="0"/>
              </a:rPr>
              <a:t>This screen will help user to generate new Username according to their wish and user will also create new password and same will be confirmed again. User will enter captcha for verification and will click on submit button to final submit. This Snapshot 1: Signup page screen will also help user to create password that is defined in the system. Password policy will also display side by side.</a:t>
            </a:r>
            <a:endParaRPr lang="en-IN" dirty="0"/>
          </a:p>
        </p:txBody>
      </p:sp>
      <p:pic>
        <p:nvPicPr>
          <p:cNvPr id="4" name="Picture 3" descr="Graphical user interface, website&#10;&#10;Description automatically generated">
            <a:extLst>
              <a:ext uri="{FF2B5EF4-FFF2-40B4-BE49-F238E27FC236}">
                <a16:creationId xmlns:a16="http://schemas.microsoft.com/office/drawing/2014/main" id="{6CB05494-9929-4364-80E1-61FA8B03F200}"/>
              </a:ext>
            </a:extLst>
          </p:cNvPr>
          <p:cNvPicPr/>
          <p:nvPr/>
        </p:nvPicPr>
        <p:blipFill>
          <a:blip r:embed="rId2">
            <a:extLst>
              <a:ext uri="{28A0092B-C50C-407E-A947-70E740481C1C}">
                <a14:useLocalDpi xmlns:a14="http://schemas.microsoft.com/office/drawing/2010/main" val="0"/>
              </a:ext>
            </a:extLst>
          </a:blip>
          <a:stretch>
            <a:fillRect/>
          </a:stretch>
        </p:blipFill>
        <p:spPr>
          <a:xfrm>
            <a:off x="1645920" y="2124222"/>
            <a:ext cx="6414868" cy="4023359"/>
          </a:xfrm>
          <a:prstGeom prst="rect">
            <a:avLst/>
          </a:prstGeom>
        </p:spPr>
      </p:pic>
      <p:sp>
        <p:nvSpPr>
          <p:cNvPr id="5" name="Text Box 2">
            <a:extLst>
              <a:ext uri="{FF2B5EF4-FFF2-40B4-BE49-F238E27FC236}">
                <a16:creationId xmlns:a16="http://schemas.microsoft.com/office/drawing/2014/main" id="{4EC70CDD-22F2-4376-855E-6828918F3ABC}"/>
              </a:ext>
            </a:extLst>
          </p:cNvPr>
          <p:cNvSpPr txBox="1">
            <a:spLocks noChangeArrowheads="1"/>
          </p:cNvSpPr>
          <p:nvPr/>
        </p:nvSpPr>
        <p:spPr bwMode="auto">
          <a:xfrm>
            <a:off x="3835449" y="6288258"/>
            <a:ext cx="2706028" cy="393896"/>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Snapshot-1: Signup Page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1738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EA570-FF1D-4258-B3CE-2C450DC857E2}"/>
              </a:ext>
            </a:extLst>
          </p:cNvPr>
          <p:cNvSpPr>
            <a:spLocks noGrp="1"/>
          </p:cNvSpPr>
          <p:nvPr>
            <p:ph type="title"/>
          </p:nvPr>
        </p:nvSpPr>
        <p:spPr>
          <a:xfrm>
            <a:off x="677334" y="609600"/>
            <a:ext cx="3008401" cy="726831"/>
          </a:xfrm>
        </p:spPr>
        <p:txBody>
          <a:bodyPr>
            <a:normAutofit/>
          </a:bodyPr>
          <a:lstStyle/>
          <a:p>
            <a:r>
              <a:rPr lang="en-IN" b="1" u="sng" dirty="0">
                <a:solidFill>
                  <a:schemeClr val="tx1"/>
                </a:solidFill>
                <a:latin typeface="Times New Roman" panose="02020603050405020304" pitchFamily="18" charset="0"/>
                <a:ea typeface="Times New Roman" panose="02020603050405020304" pitchFamily="18" charset="0"/>
              </a:rPr>
              <a:t>Login</a:t>
            </a:r>
            <a:r>
              <a:rPr lang="en-IN" sz="3600" b="1" u="sng" dirty="0">
                <a:solidFill>
                  <a:schemeClr val="tx1"/>
                </a:solidFill>
                <a:effectLst/>
                <a:latin typeface="Times New Roman" panose="02020603050405020304" pitchFamily="18" charset="0"/>
                <a:ea typeface="Times New Roman" panose="02020603050405020304" pitchFamily="18" charset="0"/>
              </a:rPr>
              <a:t> Page: -</a:t>
            </a:r>
            <a:endParaRPr lang="en-IN" dirty="0"/>
          </a:p>
        </p:txBody>
      </p:sp>
      <p:sp>
        <p:nvSpPr>
          <p:cNvPr id="3" name="Content Placeholder 2">
            <a:extLst>
              <a:ext uri="{FF2B5EF4-FFF2-40B4-BE49-F238E27FC236}">
                <a16:creationId xmlns:a16="http://schemas.microsoft.com/office/drawing/2014/main" id="{84CD6D54-EF8B-4A2F-8EAF-65F04E78C18A}"/>
              </a:ext>
            </a:extLst>
          </p:cNvPr>
          <p:cNvSpPr>
            <a:spLocks noGrp="1"/>
          </p:cNvSpPr>
          <p:nvPr>
            <p:ph idx="1"/>
          </p:nvPr>
        </p:nvSpPr>
        <p:spPr>
          <a:xfrm>
            <a:off x="677334" y="1336431"/>
            <a:ext cx="8596668" cy="1145318"/>
          </a:xfrm>
        </p:spPr>
        <p:txBody>
          <a:bodyPr>
            <a:normAutofit lnSpcReduction="10000"/>
          </a:bodyPr>
          <a:lstStyle/>
          <a:p>
            <a:pPr marL="0" indent="0">
              <a:buNone/>
            </a:pPr>
            <a:r>
              <a:rPr lang="en-IN" dirty="0">
                <a:latin typeface="Calibri" panose="020F0502020204030204" pitchFamily="34" charset="0"/>
                <a:ea typeface="Calibri" panose="020F0502020204030204" pitchFamily="34" charset="0"/>
                <a:cs typeface="Times New Roman" panose="02020603050405020304" pitchFamily="18" charset="0"/>
              </a:rPr>
              <a:t>H</a:t>
            </a:r>
            <a:r>
              <a:rPr lang="en-IN" sz="1800" dirty="0">
                <a:effectLst/>
                <a:latin typeface="Calibri" panose="020F0502020204030204" pitchFamily="34" charset="0"/>
                <a:ea typeface="Calibri" panose="020F0502020204030204" pitchFamily="34" charset="0"/>
                <a:cs typeface="Times New Roman" panose="02020603050405020304" pitchFamily="18" charset="0"/>
              </a:rPr>
              <a:t>e Login Module is a portal module that allows users to type a username and password to log in. You can add this module on any module tab to allow users to log in to the system. If you allow users to create accounts and turn on Portal Direct Entry, a Create Account link appears in the Login Module.</a:t>
            </a:r>
          </a:p>
        </p:txBody>
      </p:sp>
      <p:pic>
        <p:nvPicPr>
          <p:cNvPr id="4" name="Picture 3" descr="Graphical user interface, website&#10;&#10;Description automatically generated">
            <a:extLst>
              <a:ext uri="{FF2B5EF4-FFF2-40B4-BE49-F238E27FC236}">
                <a16:creationId xmlns:a16="http://schemas.microsoft.com/office/drawing/2014/main" id="{00685B14-5878-42E3-9951-B73F0F0DBF0B}"/>
              </a:ext>
            </a:extLst>
          </p:cNvPr>
          <p:cNvPicPr/>
          <p:nvPr/>
        </p:nvPicPr>
        <p:blipFill>
          <a:blip r:embed="rId2">
            <a:extLst>
              <a:ext uri="{28A0092B-C50C-407E-A947-70E740481C1C}">
                <a14:useLocalDpi xmlns:a14="http://schemas.microsoft.com/office/drawing/2010/main" val="0"/>
              </a:ext>
            </a:extLst>
          </a:blip>
          <a:stretch>
            <a:fillRect/>
          </a:stretch>
        </p:blipFill>
        <p:spPr>
          <a:xfrm>
            <a:off x="1575582" y="2481749"/>
            <a:ext cx="6752491" cy="3766650"/>
          </a:xfrm>
          <a:prstGeom prst="rect">
            <a:avLst/>
          </a:prstGeom>
        </p:spPr>
      </p:pic>
      <p:sp>
        <p:nvSpPr>
          <p:cNvPr id="5" name="Text Box 2">
            <a:extLst>
              <a:ext uri="{FF2B5EF4-FFF2-40B4-BE49-F238E27FC236}">
                <a16:creationId xmlns:a16="http://schemas.microsoft.com/office/drawing/2014/main" id="{68265A49-8FF1-41F1-8F24-46E3AC5D51AD}"/>
              </a:ext>
            </a:extLst>
          </p:cNvPr>
          <p:cNvSpPr txBox="1">
            <a:spLocks noChangeArrowheads="1"/>
          </p:cNvSpPr>
          <p:nvPr/>
        </p:nvSpPr>
        <p:spPr bwMode="auto">
          <a:xfrm>
            <a:off x="3867663" y="6428934"/>
            <a:ext cx="2575341" cy="32355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Snapshot-2: Login Page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8203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64F0-A496-49D8-B5A6-4049E06CBA77}"/>
              </a:ext>
            </a:extLst>
          </p:cNvPr>
          <p:cNvSpPr>
            <a:spLocks noGrp="1"/>
          </p:cNvSpPr>
          <p:nvPr>
            <p:ph type="title"/>
          </p:nvPr>
        </p:nvSpPr>
        <p:spPr>
          <a:xfrm>
            <a:off x="677334" y="89807"/>
            <a:ext cx="2839589" cy="712763"/>
          </a:xfrm>
        </p:spPr>
        <p:txBody>
          <a:bodyPr/>
          <a:lstStyle/>
          <a:p>
            <a:r>
              <a:rPr lang="en-US" u="sng" dirty="0">
                <a:solidFill>
                  <a:schemeClr val="tx1"/>
                </a:solidFill>
              </a:rPr>
              <a:t>Home Page:-</a:t>
            </a:r>
            <a:endParaRPr lang="en-IN" u="sng" dirty="0">
              <a:solidFill>
                <a:schemeClr val="tx1"/>
              </a:solidFill>
            </a:endParaRPr>
          </a:p>
        </p:txBody>
      </p:sp>
      <p:sp>
        <p:nvSpPr>
          <p:cNvPr id="3" name="Content Placeholder 2">
            <a:extLst>
              <a:ext uri="{FF2B5EF4-FFF2-40B4-BE49-F238E27FC236}">
                <a16:creationId xmlns:a16="http://schemas.microsoft.com/office/drawing/2014/main" id="{9DA7105A-F16D-4D5B-B178-992C9E03148B}"/>
              </a:ext>
            </a:extLst>
          </p:cNvPr>
          <p:cNvSpPr>
            <a:spLocks noGrp="1"/>
          </p:cNvSpPr>
          <p:nvPr>
            <p:ph idx="1"/>
          </p:nvPr>
        </p:nvSpPr>
        <p:spPr>
          <a:xfrm>
            <a:off x="677334" y="922632"/>
            <a:ext cx="8596668" cy="1300063"/>
          </a:xfrm>
        </p:spPr>
        <p:txBody>
          <a:bodyPr/>
          <a:lstStyle/>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 home page is generally the primary web page a visitor navigating to a website from a search engine will see, and it may also serve as a landing page to attract visitors. Thus good home page design is usually a high priority for a website. Here we are having different modules were we are going to explore over homepage.</a:t>
            </a:r>
          </a:p>
        </p:txBody>
      </p:sp>
      <p:pic>
        <p:nvPicPr>
          <p:cNvPr id="5" name="Picture 4" descr="Graphical user interface, website&#10;&#10;Description automatically generated">
            <a:extLst>
              <a:ext uri="{FF2B5EF4-FFF2-40B4-BE49-F238E27FC236}">
                <a16:creationId xmlns:a16="http://schemas.microsoft.com/office/drawing/2014/main" id="{F9632BD2-997D-42BC-9938-A27132A68CAB}"/>
              </a:ext>
            </a:extLst>
          </p:cNvPr>
          <p:cNvPicPr/>
          <p:nvPr/>
        </p:nvPicPr>
        <p:blipFill>
          <a:blip r:embed="rId2">
            <a:extLst>
              <a:ext uri="{28A0092B-C50C-407E-A947-70E740481C1C}">
                <a14:useLocalDpi xmlns:a14="http://schemas.microsoft.com/office/drawing/2010/main" val="0"/>
              </a:ext>
            </a:extLst>
          </a:blip>
          <a:stretch>
            <a:fillRect/>
          </a:stretch>
        </p:blipFill>
        <p:spPr>
          <a:xfrm>
            <a:off x="1505243" y="2222696"/>
            <a:ext cx="7582486" cy="3812344"/>
          </a:xfrm>
          <a:prstGeom prst="rect">
            <a:avLst/>
          </a:prstGeom>
        </p:spPr>
      </p:pic>
      <p:sp>
        <p:nvSpPr>
          <p:cNvPr id="6" name="Text Box 2">
            <a:extLst>
              <a:ext uri="{FF2B5EF4-FFF2-40B4-BE49-F238E27FC236}">
                <a16:creationId xmlns:a16="http://schemas.microsoft.com/office/drawing/2014/main" id="{39D972C9-4F2A-4DA0-B435-C7200F7C0170}"/>
              </a:ext>
            </a:extLst>
          </p:cNvPr>
          <p:cNvSpPr txBox="1">
            <a:spLocks noChangeArrowheads="1"/>
          </p:cNvSpPr>
          <p:nvPr/>
        </p:nvSpPr>
        <p:spPr bwMode="auto">
          <a:xfrm>
            <a:off x="3988850" y="6231988"/>
            <a:ext cx="2454153" cy="40796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Snapshot-3: Homepage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6792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phical user interface, website&#10;&#10;Description automatically generated">
            <a:extLst>
              <a:ext uri="{FF2B5EF4-FFF2-40B4-BE49-F238E27FC236}">
                <a16:creationId xmlns:a16="http://schemas.microsoft.com/office/drawing/2014/main" id="{6030EE2F-BCC1-4758-94B0-835130D3FDBA}"/>
              </a:ext>
            </a:extLst>
          </p:cNvPr>
          <p:cNvPicPr/>
          <p:nvPr/>
        </p:nvPicPr>
        <p:blipFill>
          <a:blip r:embed="rId2">
            <a:extLst>
              <a:ext uri="{28A0092B-C50C-407E-A947-70E740481C1C}">
                <a14:useLocalDpi xmlns:a14="http://schemas.microsoft.com/office/drawing/2010/main" val="0"/>
              </a:ext>
            </a:extLst>
          </a:blip>
          <a:stretch>
            <a:fillRect/>
          </a:stretch>
        </p:blipFill>
        <p:spPr>
          <a:xfrm>
            <a:off x="1533378" y="39222"/>
            <a:ext cx="7695028" cy="3688715"/>
          </a:xfrm>
          <a:prstGeom prst="rect">
            <a:avLst/>
          </a:prstGeom>
        </p:spPr>
      </p:pic>
      <p:sp>
        <p:nvSpPr>
          <p:cNvPr id="6" name="TextBox 5">
            <a:extLst>
              <a:ext uri="{FF2B5EF4-FFF2-40B4-BE49-F238E27FC236}">
                <a16:creationId xmlns:a16="http://schemas.microsoft.com/office/drawing/2014/main" id="{E8A4BC09-2A7D-44A3-BB5B-9EB148AE7744}"/>
              </a:ext>
            </a:extLst>
          </p:cNvPr>
          <p:cNvSpPr txBox="1"/>
          <p:nvPr/>
        </p:nvSpPr>
        <p:spPr>
          <a:xfrm>
            <a:off x="1364566" y="4510915"/>
            <a:ext cx="7863840" cy="2031325"/>
          </a:xfrm>
          <a:prstGeom prst="rect">
            <a:avLst/>
          </a:prstGeom>
          <a:noFill/>
        </p:spPr>
        <p:txBody>
          <a:bodyPr wrap="square">
            <a:spAutoFit/>
          </a:bodyPr>
          <a:lstStyle/>
          <a:p>
            <a:pPr algn="just"/>
            <a:r>
              <a:rPr lang="en-IN" sz="1800" dirty="0">
                <a:effectLst/>
                <a:latin typeface="Calibri" panose="020F0502020204030204" pitchFamily="34" charset="0"/>
                <a:ea typeface="Calibri" panose="020F0502020204030204" pitchFamily="34" charset="0"/>
                <a:cs typeface="Times New Roman" panose="02020603050405020304" pitchFamily="18" charset="0"/>
              </a:rPr>
              <a:t>Even the home pages are having long scroll effects and it has more effects to engage users. The advantage of not having to click “next” keeps users engaged with the content and less focused on the mechanics of navigating to the next page. Snapshot 4: Homepage Continuation It translates well to mobile devices. The increased use of mobile screens has played a key role in the widespread acceptance of this technique: The smaller the screen, the longer the scroll. The gesture controls of mobile devices make scrolling intuitive and fun.</a:t>
            </a:r>
            <a:endParaRPr lang="en-IN" dirty="0"/>
          </a:p>
        </p:txBody>
      </p:sp>
      <p:sp>
        <p:nvSpPr>
          <p:cNvPr id="7" name="Text Box 2">
            <a:extLst>
              <a:ext uri="{FF2B5EF4-FFF2-40B4-BE49-F238E27FC236}">
                <a16:creationId xmlns:a16="http://schemas.microsoft.com/office/drawing/2014/main" id="{A0377FBB-6743-46ED-9D56-6ED2ED0743DA}"/>
              </a:ext>
            </a:extLst>
          </p:cNvPr>
          <p:cNvSpPr txBox="1">
            <a:spLocks noChangeArrowheads="1"/>
          </p:cNvSpPr>
          <p:nvPr/>
        </p:nvSpPr>
        <p:spPr bwMode="auto">
          <a:xfrm>
            <a:off x="3531429" y="3938954"/>
            <a:ext cx="3741567" cy="360944"/>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Snapshot-4: Homepage continuation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25265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A63B-5DA8-4A88-989C-F293429E73BC}"/>
              </a:ext>
            </a:extLst>
          </p:cNvPr>
          <p:cNvSpPr>
            <a:spLocks noGrp="1"/>
          </p:cNvSpPr>
          <p:nvPr>
            <p:ph type="title"/>
          </p:nvPr>
        </p:nvSpPr>
        <p:spPr>
          <a:xfrm>
            <a:off x="677334" y="609600"/>
            <a:ext cx="3064672" cy="586154"/>
          </a:xfrm>
        </p:spPr>
        <p:txBody>
          <a:bodyPr>
            <a:normAutofit fontScale="90000"/>
          </a:bodyPr>
          <a:lstStyle/>
          <a:p>
            <a:r>
              <a:rPr lang="en-IN" b="1" u="sng" dirty="0">
                <a:solidFill>
                  <a:schemeClr val="tx1"/>
                </a:solidFill>
                <a:latin typeface="Times New Roman" panose="02020603050405020304" pitchFamily="18" charset="0"/>
                <a:ea typeface="Times New Roman" panose="02020603050405020304" pitchFamily="18" charset="0"/>
              </a:rPr>
              <a:t>About Us</a:t>
            </a:r>
            <a:r>
              <a:rPr lang="en-IN" sz="3600" b="1" u="sng" dirty="0">
                <a:solidFill>
                  <a:schemeClr val="tx1"/>
                </a:solidFill>
                <a:effectLst/>
                <a:latin typeface="Times New Roman" panose="02020603050405020304" pitchFamily="18" charset="0"/>
                <a:ea typeface="Times New Roman" panose="02020603050405020304" pitchFamily="18" charset="0"/>
              </a:rPr>
              <a:t>: -</a:t>
            </a:r>
            <a:endParaRPr lang="en-IN" dirty="0"/>
          </a:p>
        </p:txBody>
      </p:sp>
      <p:sp>
        <p:nvSpPr>
          <p:cNvPr id="4" name="Rectangle 2">
            <a:extLst>
              <a:ext uri="{FF2B5EF4-FFF2-40B4-BE49-F238E27FC236}">
                <a16:creationId xmlns:a16="http://schemas.microsoft.com/office/drawing/2014/main" id="{54E6AECC-6396-43D8-A56B-A8CE0C16DBCB}"/>
              </a:ext>
            </a:extLst>
          </p:cNvPr>
          <p:cNvSpPr>
            <a:spLocks noChangeArrowheads="1"/>
          </p:cNvSpPr>
          <p:nvPr/>
        </p:nvSpPr>
        <p:spPr bwMode="auto">
          <a:xfrm>
            <a:off x="677334" y="1110018"/>
            <a:ext cx="1151103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A1A1A"/>
                </a:solidFill>
                <a:effectLst/>
                <a:latin typeface="Calibri" panose="020F0502020204030204" pitchFamily="34" charset="0"/>
                <a:ea typeface="Times New Roman" panose="02020603050405020304" pitchFamily="18" charset="0"/>
                <a:cs typeface="Calibri" panose="020F0502020204030204" pitchFamily="34" charset="0"/>
              </a:rPr>
              <a:t>An About Us page may be a deciding factor before you convince someone to convert, whether that comes in the form of:</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1A1A1A"/>
                </a:solidFill>
                <a:effectLst/>
                <a:latin typeface="Calibri" panose="020F0502020204030204" pitchFamily="34" charset="0"/>
                <a:ea typeface="Times New Roman" panose="02020603050405020304" pitchFamily="18" charset="0"/>
                <a:cs typeface="Calibri" panose="020F0502020204030204" pitchFamily="34" charset="0"/>
              </a:rPr>
              <a:t>Making a purchase.</a:t>
            </a:r>
            <a:endParaRPr kumimoji="0" lang="en-US" altLang="en-US" b="0" i="0" u="none" strike="noStrike" cap="none" normalizeH="0" baseline="0" dirty="0">
              <a:ln>
                <a:noFill/>
              </a:ln>
              <a:solidFill>
                <a:srgbClr val="1A1A1A"/>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1A1A1A"/>
                </a:solidFill>
                <a:effectLst/>
                <a:latin typeface="Calibri" panose="020F0502020204030204" pitchFamily="34" charset="0"/>
                <a:ea typeface="Times New Roman" panose="02020603050405020304" pitchFamily="18" charset="0"/>
                <a:cs typeface="Calibri" panose="020F0502020204030204" pitchFamily="34" charset="0"/>
              </a:rPr>
              <a:t>Downloading an awesome piece of content.</a:t>
            </a:r>
            <a:endParaRPr kumimoji="0" lang="en-US" altLang="en-US" b="0" i="0" u="none" strike="noStrike" cap="none" normalizeH="0" baseline="0" dirty="0">
              <a:ln>
                <a:noFill/>
              </a:ln>
              <a:solidFill>
                <a:srgbClr val="1A1A1A"/>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1A1A1A"/>
                </a:solidFill>
                <a:effectLst/>
                <a:latin typeface="Calibri" panose="020F0502020204030204" pitchFamily="34" charset="0"/>
                <a:ea typeface="Times New Roman" panose="02020603050405020304" pitchFamily="18" charset="0"/>
                <a:cs typeface="Calibri" panose="020F0502020204030204" pitchFamily="34" charset="0"/>
              </a:rPr>
              <a:t>Signing up for your newsletter.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1A1A1A"/>
                </a:solidFill>
                <a:effectLst/>
                <a:latin typeface="Calibri" panose="020F0502020204030204" pitchFamily="34" charset="0"/>
                <a:ea typeface="Times New Roman" panose="02020603050405020304" pitchFamily="18" charset="0"/>
                <a:cs typeface="Calibri" panose="020F0502020204030204" pitchFamily="34" charset="0"/>
              </a:rPr>
              <a:t>Requesting information or a demo</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Picture 21" descr="Graphical user interface, website&#10;&#10;Description automatically generated">
            <a:extLst>
              <a:ext uri="{FF2B5EF4-FFF2-40B4-BE49-F238E27FC236}">
                <a16:creationId xmlns:a16="http://schemas.microsoft.com/office/drawing/2014/main" id="{63A1BE7F-4C32-4B45-A80C-5063CC48D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9740" y="2524125"/>
            <a:ext cx="6986588" cy="3724275"/>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2">
            <a:extLst>
              <a:ext uri="{FF2B5EF4-FFF2-40B4-BE49-F238E27FC236}">
                <a16:creationId xmlns:a16="http://schemas.microsoft.com/office/drawing/2014/main" id="{A4C24A39-6B4F-4274-8EE9-2B54AE54C58C}"/>
              </a:ext>
            </a:extLst>
          </p:cNvPr>
          <p:cNvSpPr txBox="1">
            <a:spLocks noChangeArrowheads="1"/>
          </p:cNvSpPr>
          <p:nvPr/>
        </p:nvSpPr>
        <p:spPr bwMode="auto">
          <a:xfrm>
            <a:off x="3816349" y="6400800"/>
            <a:ext cx="3104955" cy="37555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Snapshot-5: About Us Page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9418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25A81-5589-47F3-B8DC-27C5FA065836}"/>
              </a:ext>
            </a:extLst>
          </p:cNvPr>
          <p:cNvSpPr>
            <a:spLocks noGrp="1"/>
          </p:cNvSpPr>
          <p:nvPr>
            <p:ph type="title"/>
          </p:nvPr>
        </p:nvSpPr>
        <p:spPr>
          <a:xfrm>
            <a:off x="677334" y="609600"/>
            <a:ext cx="2881792" cy="670560"/>
          </a:xfrm>
        </p:spPr>
        <p:txBody>
          <a:bodyPr/>
          <a:lstStyle/>
          <a:p>
            <a:r>
              <a:rPr lang="en-US" u="sng" dirty="0">
                <a:solidFill>
                  <a:schemeClr val="tx1"/>
                </a:solidFill>
              </a:rPr>
              <a:t>Contact Us:-</a:t>
            </a:r>
            <a:endParaRPr lang="en-IN" dirty="0"/>
          </a:p>
        </p:txBody>
      </p:sp>
      <p:sp>
        <p:nvSpPr>
          <p:cNvPr id="3" name="Content Placeholder 2">
            <a:extLst>
              <a:ext uri="{FF2B5EF4-FFF2-40B4-BE49-F238E27FC236}">
                <a16:creationId xmlns:a16="http://schemas.microsoft.com/office/drawing/2014/main" id="{FF197873-FD5E-4F92-B3C1-980B16EBE699}"/>
              </a:ext>
            </a:extLst>
          </p:cNvPr>
          <p:cNvSpPr>
            <a:spLocks noGrp="1"/>
          </p:cNvSpPr>
          <p:nvPr>
            <p:ph idx="1"/>
          </p:nvPr>
        </p:nvSpPr>
        <p:spPr>
          <a:xfrm>
            <a:off x="677334" y="1280160"/>
            <a:ext cx="8596668" cy="1198316"/>
          </a:xfrm>
        </p:spPr>
        <p:txBody>
          <a:bodyPr/>
          <a:lstStyle/>
          <a:p>
            <a:pPr marL="0" indent="0">
              <a:buNone/>
            </a:pPr>
            <a:r>
              <a:rPr lang="en-IN" sz="180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They explain why a visitor should contact you and describe how you can help to solve your visitors' problems. They include an email and phone number so that the visitors could quickly find the required information. They include a short form that uses fill that will help you understand who's contacting you.</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A screenshot of a computer&#10;&#10;Description automatically generated">
            <a:extLst>
              <a:ext uri="{FF2B5EF4-FFF2-40B4-BE49-F238E27FC236}">
                <a16:creationId xmlns:a16="http://schemas.microsoft.com/office/drawing/2014/main" id="{718BF10A-4CDA-4CA3-9651-E02B425C122B}"/>
              </a:ext>
            </a:extLst>
          </p:cNvPr>
          <p:cNvPicPr/>
          <p:nvPr/>
        </p:nvPicPr>
        <p:blipFill>
          <a:blip r:embed="rId2">
            <a:extLst>
              <a:ext uri="{28A0092B-C50C-407E-A947-70E740481C1C}">
                <a14:useLocalDpi xmlns:a14="http://schemas.microsoft.com/office/drawing/2010/main" val="0"/>
              </a:ext>
            </a:extLst>
          </a:blip>
          <a:stretch>
            <a:fillRect/>
          </a:stretch>
        </p:blipFill>
        <p:spPr>
          <a:xfrm>
            <a:off x="2540261" y="2478476"/>
            <a:ext cx="5154767" cy="2571826"/>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3051E1D4-3C29-4159-B6CC-D7C5E8C88A69}"/>
              </a:ext>
            </a:extLst>
          </p:cNvPr>
          <p:cNvPicPr/>
          <p:nvPr/>
        </p:nvPicPr>
        <p:blipFill>
          <a:blip r:embed="rId3">
            <a:extLst>
              <a:ext uri="{28A0092B-C50C-407E-A947-70E740481C1C}">
                <a14:useLocalDpi xmlns:a14="http://schemas.microsoft.com/office/drawing/2010/main" val="0"/>
              </a:ext>
            </a:extLst>
          </a:blip>
          <a:stretch>
            <a:fillRect/>
          </a:stretch>
        </p:blipFill>
        <p:spPr>
          <a:xfrm>
            <a:off x="2540261" y="5050302"/>
            <a:ext cx="5154767" cy="1336430"/>
          </a:xfrm>
          <a:prstGeom prst="rect">
            <a:avLst/>
          </a:prstGeom>
        </p:spPr>
      </p:pic>
      <p:sp>
        <p:nvSpPr>
          <p:cNvPr id="6" name="Text Box 2">
            <a:extLst>
              <a:ext uri="{FF2B5EF4-FFF2-40B4-BE49-F238E27FC236}">
                <a16:creationId xmlns:a16="http://schemas.microsoft.com/office/drawing/2014/main" id="{05C00F64-4E55-4F19-99E3-1AA4129F7F67}"/>
              </a:ext>
            </a:extLst>
          </p:cNvPr>
          <p:cNvSpPr txBox="1">
            <a:spLocks noChangeArrowheads="1"/>
          </p:cNvSpPr>
          <p:nvPr/>
        </p:nvSpPr>
        <p:spPr bwMode="auto">
          <a:xfrm>
            <a:off x="4194247" y="6527409"/>
            <a:ext cx="2727058" cy="33059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Snapshot-6: Contact Us Page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07170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E15C7-7BB4-4E6C-BC94-BEA8D6D209CE}"/>
              </a:ext>
            </a:extLst>
          </p:cNvPr>
          <p:cNvSpPr>
            <a:spLocks noGrp="1"/>
          </p:cNvSpPr>
          <p:nvPr>
            <p:ph type="title"/>
          </p:nvPr>
        </p:nvSpPr>
        <p:spPr>
          <a:xfrm>
            <a:off x="677334" y="609600"/>
            <a:ext cx="8596668" cy="684628"/>
          </a:xfrm>
        </p:spPr>
        <p:txBody>
          <a:bodyPr/>
          <a:lstStyle/>
          <a:p>
            <a:r>
              <a:rPr lang="en-US" sz="3600" b="1" u="sng" dirty="0">
                <a:solidFill>
                  <a:schemeClr val="tx1"/>
                </a:solidFill>
                <a:effectLst/>
                <a:latin typeface="Times New Roman" panose="02020603050405020304" pitchFamily="18" charset="0"/>
                <a:ea typeface="Times New Roman" panose="02020603050405020304" pitchFamily="18" charset="0"/>
              </a:rPr>
              <a:t>Subscription: -</a:t>
            </a:r>
            <a:endParaRPr lang="en-IN" dirty="0"/>
          </a:p>
        </p:txBody>
      </p:sp>
      <p:sp>
        <p:nvSpPr>
          <p:cNvPr id="3" name="Content Placeholder 2">
            <a:extLst>
              <a:ext uri="{FF2B5EF4-FFF2-40B4-BE49-F238E27FC236}">
                <a16:creationId xmlns:a16="http://schemas.microsoft.com/office/drawing/2014/main" id="{F85FDFBE-7446-4FA8-B076-CE2176144A3D}"/>
              </a:ext>
            </a:extLst>
          </p:cNvPr>
          <p:cNvSpPr>
            <a:spLocks noGrp="1"/>
          </p:cNvSpPr>
          <p:nvPr>
            <p:ph idx="1"/>
          </p:nvPr>
        </p:nvSpPr>
        <p:spPr>
          <a:xfrm>
            <a:off x="789875" y="1294228"/>
            <a:ext cx="8596668" cy="874759"/>
          </a:xfrm>
        </p:spPr>
        <p:txBody>
          <a:bodyPr>
            <a:normAutofit/>
          </a:bodyPr>
          <a:lstStyle/>
          <a:p>
            <a:pPr marL="0" indent="0">
              <a:buNone/>
            </a:pPr>
            <a:r>
              <a:rPr lang="en-IN" sz="1600" dirty="0">
                <a:solidFill>
                  <a:srgbClr val="202124"/>
                </a:solidFill>
                <a:effectLst/>
                <a:latin typeface="Arial" panose="020B0604020202020204" pitchFamily="34" charset="0"/>
                <a:ea typeface="Calibri" panose="020F0502020204030204" pitchFamily="34" charset="0"/>
                <a:cs typeface="Times New Roman" panose="02020603050405020304" pitchFamily="18" charset="0"/>
              </a:rPr>
              <a:t>A </a:t>
            </a:r>
            <a:r>
              <a:rPr lang="en-IN" sz="1600" b="1" dirty="0">
                <a:solidFill>
                  <a:srgbClr val="202124"/>
                </a:solidFill>
                <a:effectLst/>
                <a:latin typeface="Arial" panose="020B0604020202020204" pitchFamily="34" charset="0"/>
                <a:ea typeface="Calibri" panose="020F0502020204030204" pitchFamily="34" charset="0"/>
                <a:cs typeface="Times New Roman" panose="02020603050405020304" pitchFamily="18" charset="0"/>
              </a:rPr>
              <a:t>subscribe page</a:t>
            </a:r>
            <a:r>
              <a:rPr lang="en-IN" sz="1600" dirty="0">
                <a:solidFill>
                  <a:srgbClr val="202124"/>
                </a:solidFill>
                <a:effectLst/>
                <a:latin typeface="Arial" panose="020B0604020202020204" pitchFamily="34" charset="0"/>
                <a:ea typeface="Calibri" panose="020F0502020204030204" pitchFamily="34" charset="0"/>
                <a:cs typeface="Times New Roman" panose="02020603050405020304" pitchFamily="18" charset="0"/>
              </a:rPr>
              <a:t> usually consists of a short form that a visitor to your website can fill out to </a:t>
            </a:r>
            <a:r>
              <a:rPr lang="en-IN" sz="1600" b="1" dirty="0">
                <a:solidFill>
                  <a:srgbClr val="202124"/>
                </a:solidFill>
                <a:effectLst/>
                <a:latin typeface="Arial" panose="020B0604020202020204" pitchFamily="34" charset="0"/>
                <a:ea typeface="Calibri" panose="020F0502020204030204" pitchFamily="34" charset="0"/>
                <a:cs typeface="Times New Roman" panose="02020603050405020304" pitchFamily="18" charset="0"/>
              </a:rPr>
              <a:t>subscribe</a:t>
            </a:r>
            <a:r>
              <a:rPr lang="en-IN" sz="1600" dirty="0">
                <a:solidFill>
                  <a:srgbClr val="202124"/>
                </a:solidFill>
                <a:effectLst/>
                <a:latin typeface="Arial" panose="020B0604020202020204" pitchFamily="34" charset="0"/>
                <a:ea typeface="Calibri" panose="020F0502020204030204" pitchFamily="34" charset="0"/>
                <a:cs typeface="Times New Roman" panose="02020603050405020304" pitchFamily="18" charset="0"/>
              </a:rPr>
              <a:t> themselves to one or more of your lists. But here we have included the packages cost where a customer can select any of the given packages as per his/her need.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Graphical user interface, application&#10;&#10;Description automatically generated">
            <a:extLst>
              <a:ext uri="{FF2B5EF4-FFF2-40B4-BE49-F238E27FC236}">
                <a16:creationId xmlns:a16="http://schemas.microsoft.com/office/drawing/2014/main" id="{FB1AF565-FA05-4267-A67C-15E39DB0254E}"/>
              </a:ext>
            </a:extLst>
          </p:cNvPr>
          <p:cNvPicPr/>
          <p:nvPr/>
        </p:nvPicPr>
        <p:blipFill>
          <a:blip r:embed="rId2">
            <a:extLst>
              <a:ext uri="{28A0092B-C50C-407E-A947-70E740481C1C}">
                <a14:useLocalDpi xmlns:a14="http://schemas.microsoft.com/office/drawing/2010/main" val="0"/>
              </a:ext>
            </a:extLst>
          </a:blip>
          <a:stretch>
            <a:fillRect/>
          </a:stretch>
        </p:blipFill>
        <p:spPr>
          <a:xfrm>
            <a:off x="2132964" y="2339510"/>
            <a:ext cx="6110703" cy="3639259"/>
          </a:xfrm>
          <a:prstGeom prst="rect">
            <a:avLst/>
          </a:prstGeom>
        </p:spPr>
      </p:pic>
      <p:sp>
        <p:nvSpPr>
          <p:cNvPr id="5" name="Text Box 2">
            <a:extLst>
              <a:ext uri="{FF2B5EF4-FFF2-40B4-BE49-F238E27FC236}">
                <a16:creationId xmlns:a16="http://schemas.microsoft.com/office/drawing/2014/main" id="{F434C1B5-62F1-47FF-AADF-C99058589340}"/>
              </a:ext>
            </a:extLst>
          </p:cNvPr>
          <p:cNvSpPr txBox="1">
            <a:spLocks noChangeArrowheads="1"/>
          </p:cNvSpPr>
          <p:nvPr/>
        </p:nvSpPr>
        <p:spPr bwMode="auto">
          <a:xfrm>
            <a:off x="4182452" y="6248400"/>
            <a:ext cx="2781056" cy="34406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a:lnSpc>
                <a:spcPct val="107000"/>
              </a:lnSpc>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Snapshot-7: Subscription Page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608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96289-0614-4250-AA2D-F12BA4EF948F}"/>
              </a:ext>
            </a:extLst>
          </p:cNvPr>
          <p:cNvSpPr>
            <a:spLocks noGrp="1"/>
          </p:cNvSpPr>
          <p:nvPr>
            <p:ph type="title"/>
          </p:nvPr>
        </p:nvSpPr>
        <p:spPr>
          <a:xfrm>
            <a:off x="677334" y="609600"/>
            <a:ext cx="3036537" cy="628357"/>
          </a:xfrm>
        </p:spPr>
        <p:txBody>
          <a:bodyPr>
            <a:normAutofit fontScale="90000"/>
          </a:bodyPr>
          <a:lstStyle/>
          <a:p>
            <a:r>
              <a:rPr lang="en-US" u="sng" dirty="0">
                <a:solidFill>
                  <a:schemeClr val="tx1"/>
                </a:solidFill>
              </a:rPr>
              <a:t>Payment Page:-</a:t>
            </a:r>
            <a:endParaRPr lang="en-IN" dirty="0"/>
          </a:p>
        </p:txBody>
      </p:sp>
      <p:sp>
        <p:nvSpPr>
          <p:cNvPr id="3" name="Content Placeholder 2">
            <a:extLst>
              <a:ext uri="{FF2B5EF4-FFF2-40B4-BE49-F238E27FC236}">
                <a16:creationId xmlns:a16="http://schemas.microsoft.com/office/drawing/2014/main" id="{A086DBAA-7884-4A37-9F3E-8529499E75B4}"/>
              </a:ext>
            </a:extLst>
          </p:cNvPr>
          <p:cNvSpPr>
            <a:spLocks noGrp="1"/>
          </p:cNvSpPr>
          <p:nvPr>
            <p:ph idx="1"/>
          </p:nvPr>
        </p:nvSpPr>
        <p:spPr>
          <a:xfrm>
            <a:off x="677334" y="1237957"/>
            <a:ext cx="8596668" cy="1212384"/>
          </a:xfrm>
        </p:spPr>
        <p:txBody>
          <a:bodyPr/>
          <a:lstStyle/>
          <a:p>
            <a:pPr marL="0" indent="0">
              <a:buNone/>
            </a:pPr>
            <a:r>
              <a:rPr lang="en-IN" sz="180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The payment page is </a:t>
            </a:r>
            <a:r>
              <a:rPr lang="en-IN" sz="1800" b="1"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a web page that allows customers to purchase items easily and securely</a:t>
            </a:r>
            <a:r>
              <a:rPr lang="en-IN" sz="180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 ... The payment pages involve the data about the holder of the account </a:t>
            </a:r>
            <a:r>
              <a:rPr lang="en-IN" sz="1800" dirty="0" err="1">
                <a:solidFill>
                  <a:srgbClr val="202124"/>
                </a:solidFill>
                <a:effectLst/>
                <a:latin typeface="Calibri" panose="020F0502020204030204" pitchFamily="34" charset="0"/>
                <a:ea typeface="Calibri" panose="020F0502020204030204" pitchFamily="34" charset="0"/>
                <a:cs typeface="Calibri" panose="020F0502020204030204" pitchFamily="34" charset="0"/>
              </a:rPr>
              <a:t>i</a:t>
            </a:r>
            <a:r>
              <a:rPr lang="en-IN" sz="180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 e. first and last name, email along with phone number, and card number along with the expiration period.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Graphical user interface, application&#10;&#10;Description automatically generated">
            <a:extLst>
              <a:ext uri="{FF2B5EF4-FFF2-40B4-BE49-F238E27FC236}">
                <a16:creationId xmlns:a16="http://schemas.microsoft.com/office/drawing/2014/main" id="{7CCE21F4-5E9B-45C2-9F86-91B22CDE9817}"/>
              </a:ext>
            </a:extLst>
          </p:cNvPr>
          <p:cNvPicPr/>
          <p:nvPr/>
        </p:nvPicPr>
        <p:blipFill>
          <a:blip r:embed="rId2">
            <a:extLst>
              <a:ext uri="{28A0092B-C50C-407E-A947-70E740481C1C}">
                <a14:useLocalDpi xmlns:a14="http://schemas.microsoft.com/office/drawing/2010/main" val="0"/>
              </a:ext>
            </a:extLst>
          </a:blip>
          <a:stretch>
            <a:fillRect/>
          </a:stretch>
        </p:blipFill>
        <p:spPr>
          <a:xfrm>
            <a:off x="1913742" y="2450341"/>
            <a:ext cx="6526873" cy="3697241"/>
          </a:xfrm>
          <a:prstGeom prst="rect">
            <a:avLst/>
          </a:prstGeom>
        </p:spPr>
      </p:pic>
      <p:sp>
        <p:nvSpPr>
          <p:cNvPr id="5" name="Text Box 2">
            <a:extLst>
              <a:ext uri="{FF2B5EF4-FFF2-40B4-BE49-F238E27FC236}">
                <a16:creationId xmlns:a16="http://schemas.microsoft.com/office/drawing/2014/main" id="{8DBC4F26-6E22-4A03-9FC1-A16A4754664C}"/>
              </a:ext>
            </a:extLst>
          </p:cNvPr>
          <p:cNvSpPr txBox="1">
            <a:spLocks noChangeArrowheads="1"/>
          </p:cNvSpPr>
          <p:nvPr/>
        </p:nvSpPr>
        <p:spPr bwMode="auto">
          <a:xfrm>
            <a:off x="4112920" y="6347364"/>
            <a:ext cx="2484828" cy="362926"/>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sz="1600">
                <a:effectLst/>
                <a:latin typeface="Calibri" panose="020F0502020204030204" pitchFamily="34" charset="0"/>
                <a:ea typeface="Calibri" panose="020F0502020204030204" pitchFamily="34" charset="0"/>
                <a:cs typeface="Times New Roman" panose="02020603050405020304" pitchFamily="18" charset="0"/>
              </a:rPr>
              <a:t>Snapshot-8: Payment Page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80961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AA30D-7308-4CB9-B57F-0D48248F8ACD}"/>
              </a:ext>
            </a:extLst>
          </p:cNvPr>
          <p:cNvSpPr>
            <a:spLocks noGrp="1"/>
          </p:cNvSpPr>
          <p:nvPr>
            <p:ph type="title"/>
          </p:nvPr>
        </p:nvSpPr>
        <p:spPr>
          <a:xfrm>
            <a:off x="677334" y="146078"/>
            <a:ext cx="2037731" cy="670560"/>
          </a:xfrm>
        </p:spPr>
        <p:txBody>
          <a:bodyPr/>
          <a:lstStyle/>
          <a:p>
            <a:r>
              <a:rPr lang="en-US" b="1" u="sng" dirty="0">
                <a:solidFill>
                  <a:schemeClr val="tx1"/>
                </a:solidFill>
                <a:latin typeface="Times New Roman" panose="02020603050405020304" pitchFamily="18" charset="0"/>
                <a:ea typeface="Times New Roman" panose="02020603050405020304" pitchFamily="18" charset="0"/>
              </a:rPr>
              <a:t>Movies</a:t>
            </a:r>
            <a:r>
              <a:rPr lang="en-US" sz="3600" b="1" u="sng" dirty="0">
                <a:solidFill>
                  <a:schemeClr val="tx1"/>
                </a:solidFill>
                <a:effectLst/>
                <a:latin typeface="Times New Roman" panose="02020603050405020304" pitchFamily="18" charset="0"/>
                <a:ea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B51C5526-8038-49A5-8159-CBC9DF511404}"/>
              </a:ext>
            </a:extLst>
          </p:cNvPr>
          <p:cNvSpPr>
            <a:spLocks noGrp="1"/>
          </p:cNvSpPr>
          <p:nvPr>
            <p:ph idx="1"/>
          </p:nvPr>
        </p:nvSpPr>
        <p:spPr>
          <a:xfrm>
            <a:off x="775808" y="816638"/>
            <a:ext cx="8596668" cy="1434193"/>
          </a:xfrm>
        </p:spPr>
        <p:txBody>
          <a:bodyPr>
            <a:normAutofit lnSpcReduction="10000"/>
          </a:bodyPr>
          <a:lstStyle/>
          <a:p>
            <a:pPr marL="0" indent="0">
              <a:buNone/>
            </a:pPr>
            <a:r>
              <a:rPr lang="en-IN" sz="1800" dirty="0">
                <a:solidFill>
                  <a:srgbClr val="333333"/>
                </a:solidFill>
                <a:effectLst/>
                <a:latin typeface="Calibri" panose="020F0502020204030204" pitchFamily="34" charset="0"/>
                <a:ea typeface="Times New Roman" panose="02020603050405020304" pitchFamily="18" charset="0"/>
                <a:cs typeface="Calibri" panose="020F0502020204030204" pitchFamily="34" charset="0"/>
              </a:rPr>
              <a:t>Movies are </a:t>
            </a:r>
            <a:r>
              <a:rPr lang="en-IN" sz="1800" b="1" dirty="0">
                <a:solidFill>
                  <a:srgbClr val="333333"/>
                </a:solidFill>
                <a:effectLst/>
                <a:latin typeface="Calibri" panose="020F0502020204030204" pitchFamily="34" charset="0"/>
                <a:ea typeface="Times New Roman" panose="02020603050405020304" pitchFamily="18" charset="0"/>
                <a:cs typeface="Calibri" panose="020F0502020204030204" pitchFamily="34" charset="0"/>
              </a:rPr>
              <a:t>made to entertain</a:t>
            </a:r>
            <a:r>
              <a:rPr lang="en-IN" sz="1800" dirty="0">
                <a:solidFill>
                  <a:srgbClr val="333333"/>
                </a:solidFill>
                <a:effectLst/>
                <a:latin typeface="Calibri" panose="020F0502020204030204" pitchFamily="34" charset="0"/>
                <a:ea typeface="Times New Roman" panose="02020603050405020304" pitchFamily="18" charset="0"/>
                <a:cs typeface="Calibri" panose="020F0502020204030204" pitchFamily="34" charset="0"/>
              </a:rPr>
              <a:t> audiences, and movie websites are much the same. In order to get visitors’ attention and encourage them to see the movie, a website needs to give them what they are looking for and provide some entertainment at the same time. Today’s movie websites make it easy to take a couple minutes and watch a few trailers before deciding which movie to see.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5" name="TextBox 4">
            <a:extLst>
              <a:ext uri="{FF2B5EF4-FFF2-40B4-BE49-F238E27FC236}">
                <a16:creationId xmlns:a16="http://schemas.microsoft.com/office/drawing/2014/main" id="{27D9F793-4A28-4185-B04A-A8E8D9821587}"/>
              </a:ext>
            </a:extLst>
          </p:cNvPr>
          <p:cNvSpPr txBox="1"/>
          <p:nvPr/>
        </p:nvSpPr>
        <p:spPr>
          <a:xfrm>
            <a:off x="775808" y="2250831"/>
            <a:ext cx="6105378" cy="774507"/>
          </a:xfrm>
          <a:prstGeom prst="rect">
            <a:avLst/>
          </a:prstGeom>
          <a:noFill/>
        </p:spPr>
        <p:txBody>
          <a:bodyPr wrap="square">
            <a:spAutoFit/>
          </a:bodyPr>
          <a:lstStyle/>
          <a:p>
            <a:pPr marL="342900" lvl="0" indent="-342900" algn="just">
              <a:lnSpc>
                <a:spcPct val="107000"/>
              </a:lnSpc>
              <a:spcAft>
                <a:spcPts val="800"/>
              </a:spcAft>
              <a:buFont typeface="Wingdings" panose="05000000000000000000" pitchFamily="2" charset="2"/>
              <a:buChar char=""/>
            </a:pPr>
            <a:r>
              <a:rPr lang="en-US" b="1" dirty="0">
                <a:effectLst/>
                <a:latin typeface="Calibri" panose="020F0502020204030204" pitchFamily="34" charset="0"/>
                <a:ea typeface="Calibri" panose="020F0502020204030204" pitchFamily="34" charset="0"/>
                <a:cs typeface="Calibri" panose="020F0502020204030204" pitchFamily="34" charset="0"/>
              </a:rPr>
              <a:t>Modes Of screen:</a:t>
            </a:r>
          </a:p>
          <a:p>
            <a:pPr lvl="0" algn="just">
              <a:lnSpc>
                <a:spcPct val="107000"/>
              </a:lnSpc>
              <a:spcAft>
                <a:spcPts val="800"/>
              </a:spcAft>
            </a:pPr>
            <a:r>
              <a:rPr lang="en-US" b="1" dirty="0">
                <a:latin typeface="Calibri" panose="020F0502020204030204" pitchFamily="34" charset="0"/>
                <a:ea typeface="Calibri" panose="020F0502020204030204" pitchFamily="34" charset="0"/>
                <a:cs typeface="Calibri" panose="020F0502020204030204" pitchFamily="34" charset="0"/>
              </a:rPr>
              <a:t>		*Dark Mode:</a:t>
            </a:r>
            <a:endParaRPr lang="en-IN" b="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descr="A picture containing text, monitor, electronics, screen&#10;&#10;Description automatically generated">
            <a:extLst>
              <a:ext uri="{FF2B5EF4-FFF2-40B4-BE49-F238E27FC236}">
                <a16:creationId xmlns:a16="http://schemas.microsoft.com/office/drawing/2014/main" id="{4C0AF75D-D136-47DA-BF8A-405A2E9D385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761957" y="3124445"/>
            <a:ext cx="5563870" cy="2965450"/>
          </a:xfrm>
          <a:prstGeom prst="rect">
            <a:avLst/>
          </a:prstGeom>
        </p:spPr>
      </p:pic>
      <p:sp>
        <p:nvSpPr>
          <p:cNvPr id="7" name="Text Box 2">
            <a:extLst>
              <a:ext uri="{FF2B5EF4-FFF2-40B4-BE49-F238E27FC236}">
                <a16:creationId xmlns:a16="http://schemas.microsoft.com/office/drawing/2014/main" id="{AA8DF3EF-38BE-4916-A706-1FBF6AF150DC}"/>
              </a:ext>
            </a:extLst>
          </p:cNvPr>
          <p:cNvSpPr txBox="1">
            <a:spLocks noChangeArrowheads="1"/>
          </p:cNvSpPr>
          <p:nvPr/>
        </p:nvSpPr>
        <p:spPr bwMode="auto">
          <a:xfrm>
            <a:off x="4112920" y="6347364"/>
            <a:ext cx="2484828" cy="362926"/>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Snapshot-9(a): Dark Mode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13286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2BB5-064C-443D-AE44-499E4D4C5707}"/>
              </a:ext>
            </a:extLst>
          </p:cNvPr>
          <p:cNvSpPr>
            <a:spLocks noGrp="1"/>
          </p:cNvSpPr>
          <p:nvPr>
            <p:ph type="title"/>
          </p:nvPr>
        </p:nvSpPr>
        <p:spPr>
          <a:xfrm>
            <a:off x="677334" y="609600"/>
            <a:ext cx="2319084" cy="417342"/>
          </a:xfrm>
        </p:spPr>
        <p:txBody>
          <a:bodyPr>
            <a:normAutofit/>
          </a:bodyPr>
          <a:lstStyle/>
          <a:p>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		*Light Mode</a:t>
            </a:r>
            <a:endParaRPr lang="en-IN" sz="1800" dirty="0">
              <a:solidFill>
                <a:schemeClr val="tx1"/>
              </a:solidFill>
            </a:endParaRPr>
          </a:p>
        </p:txBody>
      </p:sp>
      <p:pic>
        <p:nvPicPr>
          <p:cNvPr id="4" name="Picture 3" descr="Graphical user interface, application&#10;&#10;Description automatically generated">
            <a:extLst>
              <a:ext uri="{FF2B5EF4-FFF2-40B4-BE49-F238E27FC236}">
                <a16:creationId xmlns:a16="http://schemas.microsoft.com/office/drawing/2014/main" id="{7F0AF510-56E5-40B2-871C-723CE795C99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228898" y="1200028"/>
            <a:ext cx="5916295" cy="3442310"/>
          </a:xfrm>
          <a:prstGeom prst="rect">
            <a:avLst/>
          </a:prstGeom>
        </p:spPr>
      </p:pic>
      <p:sp>
        <p:nvSpPr>
          <p:cNvPr id="5" name="Text Box 2">
            <a:extLst>
              <a:ext uri="{FF2B5EF4-FFF2-40B4-BE49-F238E27FC236}">
                <a16:creationId xmlns:a16="http://schemas.microsoft.com/office/drawing/2014/main" id="{A6D01499-B7F8-4D8F-AD44-A6B8BFD91A7D}"/>
              </a:ext>
            </a:extLst>
          </p:cNvPr>
          <p:cNvSpPr txBox="1">
            <a:spLocks noChangeArrowheads="1"/>
          </p:cNvSpPr>
          <p:nvPr/>
        </p:nvSpPr>
        <p:spPr bwMode="auto">
          <a:xfrm>
            <a:off x="3845634" y="5039069"/>
            <a:ext cx="2484828" cy="362926"/>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Snapshot-9(b): Light Mode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0212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E8902AB-9D41-4901-BD01-E9813A1AB925}"/>
              </a:ext>
            </a:extLst>
          </p:cNvPr>
          <p:cNvSpPr>
            <a:spLocks noChangeArrowheads="1"/>
          </p:cNvSpPr>
          <p:nvPr/>
        </p:nvSpPr>
        <p:spPr bwMode="auto">
          <a:xfrm>
            <a:off x="1097280" y="226536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121" name="Picture 129" descr="Graphical user interface, website&#10;&#10;Description automatically generated">
            <a:extLst>
              <a:ext uri="{FF2B5EF4-FFF2-40B4-BE49-F238E27FC236}">
                <a16:creationId xmlns:a16="http://schemas.microsoft.com/office/drawing/2014/main" id="{D90C2C3D-B57F-485B-A424-DE6D43C1C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092" y="1363989"/>
            <a:ext cx="8126825" cy="4322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8D99F3F3-2BB6-400D-9921-CE3B942D83EC}"/>
              </a:ext>
            </a:extLst>
          </p:cNvPr>
          <p:cNvSpPr>
            <a:spLocks noChangeArrowheads="1"/>
          </p:cNvSpPr>
          <p:nvPr/>
        </p:nvSpPr>
        <p:spPr bwMode="auto">
          <a:xfrm>
            <a:off x="481232" y="412986"/>
            <a:ext cx="818446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 the movie page when we place cursor on the particular movie poster we get a small description of the movie and the we can also see the watch button as shown below in the snapschot-9.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Text Box 2">
            <a:extLst>
              <a:ext uri="{FF2B5EF4-FFF2-40B4-BE49-F238E27FC236}">
                <a16:creationId xmlns:a16="http://schemas.microsoft.com/office/drawing/2014/main" id="{2489A308-25A5-4BFD-9CED-79C7AD616B26}"/>
              </a:ext>
            </a:extLst>
          </p:cNvPr>
          <p:cNvSpPr txBox="1">
            <a:spLocks noChangeArrowheads="1"/>
          </p:cNvSpPr>
          <p:nvPr/>
        </p:nvSpPr>
        <p:spPr bwMode="auto">
          <a:xfrm>
            <a:off x="2039815" y="6037050"/>
            <a:ext cx="5570806" cy="55061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Snapshot-9(c): movies poster Hovering&amp;  description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9016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1AC2B-E80B-4A03-8077-2516F89F8DFC}"/>
              </a:ext>
            </a:extLst>
          </p:cNvPr>
          <p:cNvSpPr>
            <a:spLocks noGrp="1"/>
          </p:cNvSpPr>
          <p:nvPr>
            <p:ph type="title"/>
          </p:nvPr>
        </p:nvSpPr>
        <p:spPr>
          <a:xfrm>
            <a:off x="677334" y="609600"/>
            <a:ext cx="1432820" cy="403274"/>
          </a:xfrm>
        </p:spPr>
        <p:txBody>
          <a:bodyPr>
            <a:noAutofit/>
          </a:bodyPr>
          <a:lstStyle/>
          <a:p>
            <a:r>
              <a:rPr lang="en-US" sz="2400" b="1" u="sng"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TV-series:</a:t>
            </a:r>
            <a:br>
              <a:rPr lang="en-IN" sz="2400" dirty="0">
                <a:effectLst/>
                <a:latin typeface="Calibri" panose="020F0502020204030204" pitchFamily="34" charset="0"/>
                <a:ea typeface="Calibri" panose="020F0502020204030204" pitchFamily="34" charset="0"/>
                <a:cs typeface="Calibri" panose="020F0502020204030204" pitchFamily="34" charset="0"/>
              </a:rPr>
            </a:br>
            <a:endParaRPr lang="en-IN" sz="2400" dirty="0"/>
          </a:p>
        </p:txBody>
      </p:sp>
      <p:pic>
        <p:nvPicPr>
          <p:cNvPr id="4" name="Content Placeholder 3" descr="Graphical user interface, application&#10;&#10;Description automatically generated">
            <a:extLst>
              <a:ext uri="{FF2B5EF4-FFF2-40B4-BE49-F238E27FC236}">
                <a16:creationId xmlns:a16="http://schemas.microsoft.com/office/drawing/2014/main" id="{28208B42-0C3C-44C7-B83C-E430D44E0C7F}"/>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752361" y="1320262"/>
            <a:ext cx="7885201" cy="4363085"/>
          </a:xfrm>
          <a:prstGeom prst="rect">
            <a:avLst/>
          </a:prstGeom>
        </p:spPr>
      </p:pic>
      <p:sp>
        <p:nvSpPr>
          <p:cNvPr id="5" name="Text Box 2">
            <a:extLst>
              <a:ext uri="{FF2B5EF4-FFF2-40B4-BE49-F238E27FC236}">
                <a16:creationId xmlns:a16="http://schemas.microsoft.com/office/drawing/2014/main" id="{E3D41892-D882-40DE-B014-61AEE7C229A0}"/>
              </a:ext>
            </a:extLst>
          </p:cNvPr>
          <p:cNvSpPr txBox="1">
            <a:spLocks noChangeArrowheads="1"/>
          </p:cNvSpPr>
          <p:nvPr/>
        </p:nvSpPr>
        <p:spPr bwMode="auto">
          <a:xfrm>
            <a:off x="4164037" y="5990735"/>
            <a:ext cx="2433711" cy="39599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a:effectLst/>
                <a:latin typeface="Calibri" panose="020F0502020204030204" pitchFamily="34" charset="0"/>
                <a:ea typeface="Calibri" panose="020F0502020204030204" pitchFamily="34" charset="0"/>
                <a:cs typeface="Times New Roman" panose="02020603050405020304" pitchFamily="18" charset="0"/>
              </a:rPr>
              <a:t>Snapshot-10: Tv-series</a:t>
            </a:r>
            <a:endParaRPr lang="en-IN">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49829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FF596D2-8120-4DF9-A48E-D62819EE970C}"/>
              </a:ext>
            </a:extLst>
          </p:cNvPr>
          <p:cNvSpPr>
            <a:spLocks noChangeArrowheads="1"/>
          </p:cNvSpPr>
          <p:nvPr/>
        </p:nvSpPr>
        <p:spPr bwMode="auto">
          <a:xfrm>
            <a:off x="1330847" y="534571"/>
            <a:ext cx="911586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145" name="Picture 133" descr="A picture containing text, many, bunch, different&#10;&#10;Description automatically generated">
            <a:extLst>
              <a:ext uri="{FF2B5EF4-FFF2-40B4-BE49-F238E27FC236}">
                <a16:creationId xmlns:a16="http://schemas.microsoft.com/office/drawing/2014/main" id="{CBE6AA3B-9908-4B65-87F2-DF8679ACC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921" y="1217682"/>
            <a:ext cx="6260122" cy="442263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EDB78943-D225-4BE9-8C2E-4F8AD4E3ED85}"/>
              </a:ext>
            </a:extLst>
          </p:cNvPr>
          <p:cNvSpPr>
            <a:spLocks noChangeArrowheads="1"/>
          </p:cNvSpPr>
          <p:nvPr/>
        </p:nvSpPr>
        <p:spPr bwMode="auto">
          <a:xfrm>
            <a:off x="943985" y="473016"/>
            <a:ext cx="91158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Top-Anime:</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
        <p:nvSpPr>
          <p:cNvPr id="7" name="Text Box 2">
            <a:extLst>
              <a:ext uri="{FF2B5EF4-FFF2-40B4-BE49-F238E27FC236}">
                <a16:creationId xmlns:a16="http://schemas.microsoft.com/office/drawing/2014/main" id="{2A1DCEA7-2993-4E3D-94AC-7646A4682193}"/>
              </a:ext>
            </a:extLst>
          </p:cNvPr>
          <p:cNvSpPr txBox="1">
            <a:spLocks noChangeArrowheads="1"/>
          </p:cNvSpPr>
          <p:nvPr/>
        </p:nvSpPr>
        <p:spPr bwMode="auto">
          <a:xfrm>
            <a:off x="3770141" y="5893010"/>
            <a:ext cx="2518117" cy="43041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US">
                <a:effectLst/>
                <a:latin typeface="Calibri" panose="020F0502020204030204" pitchFamily="34" charset="0"/>
                <a:ea typeface="Calibri" panose="020F0502020204030204" pitchFamily="34" charset="0"/>
                <a:cs typeface="Times New Roman" panose="02020603050405020304" pitchFamily="18" charset="0"/>
              </a:rPr>
              <a:t>Snapshot-11: Top Anime</a:t>
            </a:r>
            <a:endParaRPr lang="en-IN">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2906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74AD7E-9A50-4DCD-AE05-0012562CD2B9}"/>
              </a:ext>
            </a:extLst>
          </p:cNvPr>
          <p:cNvSpPr txBox="1"/>
          <p:nvPr/>
        </p:nvSpPr>
        <p:spPr>
          <a:xfrm>
            <a:off x="267286" y="182881"/>
            <a:ext cx="8834512" cy="2249527"/>
          </a:xfrm>
          <a:prstGeom prst="rect">
            <a:avLst/>
          </a:prstGeom>
          <a:noFill/>
        </p:spPr>
        <p:txBody>
          <a:bodyPr wrap="square">
            <a:spAutoFit/>
          </a:bodyPr>
          <a:lstStyle/>
          <a:p>
            <a:r>
              <a:rPr lang="en-IN" sz="3600" b="1" u="sng" dirty="0">
                <a:effectLst/>
                <a:latin typeface="Times New Roman" panose="02020603050405020304" pitchFamily="18" charset="0"/>
                <a:ea typeface="Times New Roman" panose="02020603050405020304" pitchFamily="18" charset="0"/>
              </a:rPr>
              <a:t>Conclusion: -</a:t>
            </a:r>
          </a:p>
          <a:p>
            <a:endParaRPr lang="en-IN" sz="2800" b="1" dirty="0">
              <a:effectLst/>
              <a:latin typeface="Times New Roman" panose="02020603050405020304" pitchFamily="18" charset="0"/>
              <a:ea typeface="Times New Roman" panose="02020603050405020304" pitchFamily="18" charset="0"/>
            </a:endParaRPr>
          </a:p>
          <a:p>
            <a:pPr algn="just">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Online movie streaming is the growing business in India and due to the lockdown &amp; corona effect in India as the theatres are closed because of the mass public gatherings have been prohibited by the government as per corona regulations so, lot of people started using the </a:t>
            </a:r>
            <a:r>
              <a:rPr lang="en-IN" sz="1800" u="sng" dirty="0">
                <a:effectLst/>
                <a:latin typeface="Calibri" panose="020F0502020204030204" pitchFamily="34" charset="0"/>
                <a:ea typeface="Calibri" panose="020F0502020204030204" pitchFamily="34" charset="0"/>
                <a:cs typeface="Times New Roman" panose="02020603050405020304" pitchFamily="18" charset="0"/>
              </a:rPr>
              <a:t>OTT</a:t>
            </a:r>
            <a:r>
              <a:rPr lang="en-IN" sz="1800" dirty="0">
                <a:effectLst/>
                <a:latin typeface="Calibri" panose="020F0502020204030204" pitchFamily="34" charset="0"/>
                <a:ea typeface="Calibri" panose="020F0502020204030204" pitchFamily="34" charset="0"/>
                <a:cs typeface="Times New Roman" panose="02020603050405020304" pitchFamily="18" charset="0"/>
              </a:rPr>
              <a:t> apps for their personal entertainment.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5789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63CD39-9B70-41D3-896F-3670A3A2A59F}"/>
              </a:ext>
            </a:extLst>
          </p:cNvPr>
          <p:cNvSpPr txBox="1"/>
          <p:nvPr/>
        </p:nvSpPr>
        <p:spPr>
          <a:xfrm>
            <a:off x="1266091" y="463382"/>
            <a:ext cx="7821637" cy="3691010"/>
          </a:xfrm>
          <a:prstGeom prst="rect">
            <a:avLst/>
          </a:prstGeom>
          <a:noFill/>
        </p:spPr>
        <p:txBody>
          <a:bodyPr wrap="square">
            <a:spAutoFit/>
          </a:bodyPr>
          <a:lstStyle/>
          <a:p>
            <a:r>
              <a:rPr lang="en-US" sz="3200" b="1" u="sng" dirty="0">
                <a:effectLst/>
                <a:latin typeface="Times New Roman" panose="02020603050405020304" pitchFamily="18" charset="0"/>
                <a:ea typeface="Times New Roman" panose="02020603050405020304" pitchFamily="18" charset="0"/>
              </a:rPr>
              <a:t>References: -</a:t>
            </a:r>
          </a:p>
          <a:p>
            <a:endParaRPr lang="en-IN" sz="2400" b="1"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US" sz="1800" b="1" u="sng" dirty="0">
                <a:solidFill>
                  <a:srgbClr val="00B0F0"/>
                </a:solidFill>
                <a:effectLst/>
                <a:latin typeface="Calibri" panose="020F0502020204030204" pitchFamily="34" charset="0"/>
                <a:ea typeface="Times New Roman" panose="02020603050405020304" pitchFamily="18" charset="0"/>
                <a:hlinkClick r:id="rId2">
                  <a:extLst>
                    <a:ext uri="{A12FA001-AC4F-418D-AE19-62706E023703}">
                      <ahyp:hlinkClr xmlns:ahyp="http://schemas.microsoft.com/office/drawing/2018/hyperlinkcolor" val="tx"/>
                    </a:ext>
                  </a:extLst>
                </a:hlinkClick>
              </a:rPr>
              <a:t>https://www.uscreen.tv/?via=adam-enfroy</a:t>
            </a:r>
            <a:endParaRPr lang="en-IN" sz="2400" b="1" dirty="0">
              <a:solidFill>
                <a:srgbClr val="00B0F0"/>
              </a:solidFill>
              <a:effectLst/>
              <a:latin typeface="Times New Roman" panose="02020603050405020304" pitchFamily="18" charset="0"/>
              <a:ea typeface="Times New Roman" panose="02020603050405020304" pitchFamily="18" charset="0"/>
            </a:endParaRPr>
          </a:p>
          <a:p>
            <a:r>
              <a:rPr lang="en-US" sz="1800" b="1" dirty="0">
                <a:solidFill>
                  <a:srgbClr val="00B0F0"/>
                </a:solidFill>
                <a:effectLst/>
                <a:latin typeface="Calibri" panose="020F0502020204030204" pitchFamily="34" charset="0"/>
                <a:ea typeface="Times New Roman" panose="02020603050405020304" pitchFamily="18" charset="0"/>
              </a:rPr>
              <a:t> </a:t>
            </a:r>
            <a:endParaRPr lang="en-IN" sz="2400" b="1" dirty="0">
              <a:solidFill>
                <a:srgbClr val="00B0F0"/>
              </a:solidFill>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pPr>
            <a:r>
              <a:rPr lang="en-US" sz="1800" b="1" u="sng" dirty="0">
                <a:solidFill>
                  <a:srgbClr val="00B0F0"/>
                </a:solidFill>
                <a:effectLst/>
                <a:latin typeface="Calibri" panose="020F0502020204030204" pitchFamily="34" charset="0"/>
                <a:ea typeface="Times New Roman" panose="02020603050405020304" pitchFamily="18" charset="0"/>
                <a:hlinkClick r:id="rId3">
                  <a:extLst>
                    <a:ext uri="{A12FA001-AC4F-418D-AE19-62706E023703}">
                      <ahyp:hlinkClr xmlns:ahyp="http://schemas.microsoft.com/office/drawing/2018/hyperlinkcolor" val="tx"/>
                    </a:ext>
                  </a:extLst>
                </a:hlinkClick>
              </a:rPr>
              <a:t>https://setplex.com/en/?utm_source=adamenfroy&amp;utm_medium=referral&amp;utm_campaign=bestOTTplatform</a:t>
            </a:r>
            <a:endParaRPr lang="en-IN" sz="2400" b="1" dirty="0">
              <a:solidFill>
                <a:srgbClr val="00B0F0"/>
              </a:solidFill>
              <a:effectLst/>
              <a:latin typeface="Times New Roman" panose="02020603050405020304" pitchFamily="18" charset="0"/>
              <a:ea typeface="Times New Roman" panose="02020603050405020304" pitchFamily="18" charset="0"/>
            </a:endParaRPr>
          </a:p>
          <a:p>
            <a:pPr marL="457200">
              <a:lnSpc>
                <a:spcPct val="107000"/>
              </a:lnSpc>
              <a:spcAft>
                <a:spcPts val="800"/>
              </a:spcAft>
            </a:pPr>
            <a:r>
              <a:rPr lang="en-US" sz="1800" dirty="0">
                <a:solidFill>
                  <a:srgbClr val="00B0F0"/>
                </a:solidFill>
                <a:effectLst/>
                <a:latin typeface="Calibri" panose="020F0502020204030204" pitchFamily="34" charset="0"/>
                <a:ea typeface="Calibri" panose="020F0502020204030204" pitchFamily="34" charset="0"/>
                <a:cs typeface="Calibri" panose="020F0502020204030204" pitchFamily="34" charset="0"/>
              </a:rPr>
              <a:t> </a:t>
            </a:r>
            <a:endParaRPr lang="en-IN" sz="14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US" sz="1800" b="1" u="sng" dirty="0">
                <a:solidFill>
                  <a:srgbClr val="00B0F0"/>
                </a:solidFill>
                <a:effectLst/>
                <a:latin typeface="Calibri" panose="020F0502020204030204" pitchFamily="34" charset="0"/>
                <a:ea typeface="Times New Roman" panose="02020603050405020304" pitchFamily="18" charset="0"/>
                <a:hlinkClick r:id="rId4">
                  <a:extLst>
                    <a:ext uri="{A12FA001-AC4F-418D-AE19-62706E023703}">
                      <ahyp:hlinkClr xmlns:ahyp="http://schemas.microsoft.com/office/drawing/2018/hyperlinkcolor" val="tx"/>
                    </a:ext>
                  </a:extLst>
                </a:hlinkClick>
              </a:rPr>
              <a:t>https://www.ibm.com/watson/media/ott-video-management-platform-and-services</a:t>
            </a:r>
            <a:endParaRPr lang="en-IN" sz="2400" b="1" dirty="0">
              <a:solidFill>
                <a:srgbClr val="00B0F0"/>
              </a:solidFill>
              <a:effectLst/>
              <a:latin typeface="Times New Roman" panose="02020603050405020304" pitchFamily="18" charset="0"/>
              <a:ea typeface="Times New Roman" panose="02020603050405020304" pitchFamily="18" charset="0"/>
            </a:endParaRPr>
          </a:p>
          <a:p>
            <a:pPr marL="457200">
              <a:lnSpc>
                <a:spcPct val="107000"/>
              </a:lnSpc>
              <a:spcAft>
                <a:spcPts val="800"/>
              </a:spcAft>
            </a:pPr>
            <a:r>
              <a:rPr lang="en-US" sz="1800" dirty="0">
                <a:solidFill>
                  <a:srgbClr val="00B0F0"/>
                </a:solidFill>
                <a:effectLst/>
                <a:latin typeface="Calibri" panose="020F0502020204030204" pitchFamily="34" charset="0"/>
                <a:ea typeface="Calibri" panose="020F0502020204030204" pitchFamily="34" charset="0"/>
                <a:cs typeface="Calibri" panose="020F0502020204030204" pitchFamily="34" charset="0"/>
              </a:rPr>
              <a:t> </a:t>
            </a:r>
            <a:endParaRPr lang="en-IN" sz="14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US" sz="1800" b="1" u="sng" dirty="0">
                <a:solidFill>
                  <a:srgbClr val="00B0F0"/>
                </a:solidFill>
                <a:effectLst/>
                <a:latin typeface="Calibri" panose="020F050202020403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https://www.netflix.com/in/</a:t>
            </a:r>
            <a:endParaRPr lang="en-IN" sz="2400" b="1" dirty="0">
              <a:solidFill>
                <a:srgbClr val="00B0F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2159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9BFFD-FF83-4CDD-A274-B51A8E81A715}"/>
              </a:ext>
            </a:extLst>
          </p:cNvPr>
          <p:cNvSpPr>
            <a:spLocks noGrp="1"/>
          </p:cNvSpPr>
          <p:nvPr>
            <p:ph type="title"/>
          </p:nvPr>
        </p:nvSpPr>
        <p:spPr>
          <a:xfrm>
            <a:off x="2829689" y="2642772"/>
            <a:ext cx="4795000" cy="1816686"/>
          </a:xfrm>
        </p:spPr>
        <p:txBody>
          <a:bodyPr>
            <a:noAutofit/>
          </a:bodyPr>
          <a:lstStyle/>
          <a:p>
            <a:r>
              <a:rPr lang="en-US" sz="7200" dirty="0">
                <a:solidFill>
                  <a:schemeClr val="tx1"/>
                </a:solidFill>
              </a:rPr>
              <a:t>Thank You</a:t>
            </a:r>
            <a:endParaRPr lang="en-IN" sz="7200" dirty="0">
              <a:solidFill>
                <a:schemeClr val="tx1"/>
              </a:solidFill>
            </a:endParaRPr>
          </a:p>
        </p:txBody>
      </p:sp>
    </p:spTree>
    <p:extLst>
      <p:ext uri="{BB962C8B-B14F-4D97-AF65-F5344CB8AC3E}">
        <p14:creationId xmlns:p14="http://schemas.microsoft.com/office/powerpoint/2010/main" val="361334940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335</TotalTime>
  <Words>1539</Words>
  <Application>Microsoft Office PowerPoint</Application>
  <PresentationFormat>Widescreen</PresentationFormat>
  <Paragraphs>111</Paragraphs>
  <Slides>23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Times New Roman</vt:lpstr>
      <vt:lpstr>Trebuchet MS</vt:lpstr>
      <vt:lpstr>Wingdings</vt:lpstr>
      <vt:lpstr>Wingdings 3</vt:lpstr>
      <vt:lpstr>Facet</vt:lpstr>
      <vt:lpstr>PowerPoint Presentation</vt:lpstr>
      <vt:lpstr>Contents:</vt:lpstr>
      <vt:lpstr>Abstract: -</vt:lpstr>
      <vt:lpstr>Introduction: -</vt:lpstr>
      <vt:lpstr>System Architecture: -</vt:lpstr>
      <vt:lpstr>System Requirements: - </vt:lpstr>
      <vt:lpstr>Implementation: -</vt:lpstr>
      <vt:lpstr>Signup Page: -</vt:lpstr>
      <vt:lpstr>Login Page: -</vt:lpstr>
      <vt:lpstr>Home Page:-</vt:lpstr>
      <vt:lpstr>PowerPoint Presentation</vt:lpstr>
      <vt:lpstr>About Us: -</vt:lpstr>
      <vt:lpstr>Contact Us:-</vt:lpstr>
      <vt:lpstr>Subscription: -</vt:lpstr>
      <vt:lpstr>Payment Page:-</vt:lpstr>
      <vt:lpstr>Movies: -</vt:lpstr>
      <vt:lpstr>  *Light Mode</vt:lpstr>
      <vt:lpstr>PowerPoint Presentation</vt:lpstr>
      <vt:lpstr>TV-series: </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rajeshwar reddy p</dc:creator>
  <cp:lastModifiedBy>rajeshwar reddy p</cp:lastModifiedBy>
  <cp:revision>12</cp:revision>
  <dcterms:created xsi:type="dcterms:W3CDTF">2021-07-29T04:21:49Z</dcterms:created>
  <dcterms:modified xsi:type="dcterms:W3CDTF">2021-07-29T09:56:57Z</dcterms:modified>
</cp:coreProperties>
</file>